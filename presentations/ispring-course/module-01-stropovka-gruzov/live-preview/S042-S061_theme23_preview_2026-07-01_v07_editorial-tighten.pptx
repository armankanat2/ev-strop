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Тема 2.3. Производство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Опасная зона, запреты, специальные условия, ЛЭП и усиление 5-6.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611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Вход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входит в блок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6243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 читать пространство работ и где проходит опасная зона.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Какие простые нарушения чаще всего приводят к тяжелым последствиям.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Почему специальные условия и ЛЭП требуют отдельного порядка работ.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6118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статичный ключевой слайд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724912"/>
            <a:ext cx="5047488" cy="25877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(изображение: рабочая площадка с краном и зоной перемещения)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контур опасной зоны и траектория груза)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(акцент: EV-оформление без перегруза деталями)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(без интерактива: это вводный экран)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Что будет в подтеме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Маршрут блока: от опасной зоны и запретов к ЛЭП, сложным подъемам и разбору нарушений.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11810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311810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Опасная зона и границы риска на площадке.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82880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182880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52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2148840"/>
            <a:ext cx="311810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2496312"/>
            <a:ext cx="311810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Требования безопасности и обязательные запреты.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80" y="1828800"/>
            <a:ext cx="36576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80" y="1828800"/>
            <a:ext cx="365760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2148840"/>
            <a:ext cx="343814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496312"/>
            <a:ext cx="343814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Специальные условия и организация работ по схеме.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3756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33756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41071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3657600"/>
            <a:ext cx="311810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005072"/>
            <a:ext cx="311810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Базовые правила работы стреловыми кранами вблизи ЛЭП.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33756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0" y="333756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4528" y="341071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3657600"/>
            <a:ext cx="311810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4528" y="4005072"/>
            <a:ext cx="311810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Усиление 5-6: руководство операцией, документы, сложный подъем и работа у ЛЭП.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80" y="3337560"/>
            <a:ext cx="36576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26680" y="3337560"/>
            <a:ext cx="365760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36408" y="341071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36408" y="3657600"/>
            <a:ext cx="343814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36408" y="4005072"/>
            <a:ext cx="343814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Разбор нарушений и промежуточная проверка.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892040"/>
            <a:ext cx="3291840" cy="13258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892040"/>
            <a:ext cx="32918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37576" y="499262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4152" y="501091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37576" y="5285232"/>
            <a:ext cx="303580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Формат: схема маршрута с озвучкой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37576" y="5788152"/>
            <a:ext cx="3035808" cy="3017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(слайдшоу с озвучкой: маршрут подтемы по шагам)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1. Опасная зона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опасная зона должна быть определена заранее, а не по месту.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303520" cy="3794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Урок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понять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47488" cy="280720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Опасная зона есть всегда.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Ее определяют до начала работы.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Под грузом и в зоне возможного падения находиться нельзя.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Границы риска зависят и от груза, и от площадки, и от расположения крана.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7947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77063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(слайдшоу: площадка -&gt; кран -&gt; груз -&gt; опасная зона)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(слайд: стройгенплан с выделением зоны риска)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(изображение: ограждения и знаки безопасности)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06440"/>
            <a:ext cx="1874519" cy="256032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5824728"/>
            <a:ext cx="1801367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Есть подвал: S044-P01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S044-P01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Подвал. Как читать опасную зону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Расширение по Игумнову: ППРк, стройгенплан, ограждения и знаки.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Подвал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проверяем до начала работ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8529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зона показана в ППРк и на стройгенплане.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 обозначены ограждения и знаки безопасности.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люди, проходы, техника и точки возможного падения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Можно ли считать расположение крана и груза безопасным.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724912"/>
            <a:ext cx="5047488" cy="28163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(слайдшоу: ППРк -&gt; стройгенплан -&gt; ограждения -&gt; проходы)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разметка опасной зоны с пояснениями)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(изображение: учебная площадка с комментариями)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1. Как понимать опасную обстановку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Опасность складывается из траектории, раскачивания, помех и людей вокруг.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Контроль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На что смотреть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7614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Смотри на траекторию груза, а не только на точку зацепки.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Учитывай возможное раскачивание и разворот.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Если груз проходит над препятствиями, нужен зазор не менее 500 мм.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Проверяй ограниченное пространство, проемы и помехи.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Думай о людях вокруг и о том, куда они могут попасть.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2423160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828800"/>
            <a:ext cx="242316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7161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Чек-лист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1616" y="2221992"/>
            <a:ext cx="21671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Короткий чек-лист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2697480"/>
            <a:ext cx="2167128" cy="27614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Траектория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Раскачивание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Помехи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Люди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1828800"/>
            <a:ext cx="2651760" cy="37490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1828800"/>
            <a:ext cx="26517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776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7656" y="2221992"/>
            <a:ext cx="23957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7656" y="2724912"/>
            <a:ext cx="2395728" cy="2724911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(слайдшоу: траектория -&gt; раскачивание -&gt; помехи -&gt; люди)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опасная ситуация)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груз проходит над препятствием с зазором не менее 500 мм)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2. Требования безопасности при производстве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Базовые правила и запреты образуют один обязательный рабочий блок.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47472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4747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База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32186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Базовые требования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3218688" cy="294436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Работай только в безопасных условиях.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Соблюдай организацию работ и указания ответственных лиц.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При плохой видимости или сложной связи работай через назначенного сигнальщика.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Работы не начинают и прекращают при сильном ветре, грозе, тумане, снегопаде и резком ухудшении видимости.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Работы прекращают, если температура ниже указанной в паспорте или если кран и грузозахватные приспособления неисправны.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Не продолжай операцию, если условия не ясны.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828800"/>
            <a:ext cx="329184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828800"/>
            <a:ext cx="329184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885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Смысл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2221992"/>
            <a:ext cx="303580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подчеркивает Игумнов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2697480"/>
            <a:ext cx="3035808" cy="294436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Большинство тяжелых происшествий связано с нарушением простых правил.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Любые ускоряющие приемы обычно и создают риск.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Стропальщик обязан остановить работу при опасности.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1828800"/>
            <a:ext cx="3566160" cy="393192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35240" y="1828800"/>
            <a:ext cx="35661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632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983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3256" y="2221992"/>
            <a:ext cx="33101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статичный учебный слайд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724912"/>
            <a:ext cx="3310128" cy="290779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(слайд: правила и иконки)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(изображение: безопасная организация работ)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маршрут и контроль)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(часть изображений можно взять из плакатных схем)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2. Что запрещено и когда работу нужно остановить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Без понятной схемы, без безопасных условий и с опасными приемами работу не ведут.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754880" cy="384048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7548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Запрет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4988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запрещено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498848" cy="28529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Подтаскивать груз краном и делать рывки.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Исправлять строповку под висящим грузом.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Работать без понятной схемы, ППР или организации работ.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Оставлять людей в опасной зоне, в кузове машины или в кабине при опускании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Перемещать стрелу над кабиной автомобиля.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Работать без установки всех выносных опор.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1828800"/>
            <a:ext cx="1828800" cy="640080"/>
          </a:xfrm>
          <a:prstGeom prst="rect">
            <a:avLst/>
          </a:prstGeom>
          <a:solidFill>
            <a:srgbClr val="FEF2F2"/>
          </a:solidFill>
          <a:ln w="1524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1901952"/>
            <a:ext cx="1645920" cy="49377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300" b="1">
                <a:solidFill>
                  <a:srgbClr val="C51F1F"/>
                </a:solidFill>
                <a:latin typeface="Arial"/>
              </a:rPr>
              <a:t>При опасности — стоп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2651760"/>
            <a:ext cx="1828800" cy="3017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40680" y="2651760"/>
            <a:ext cx="1828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68696" y="275234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05272" y="277063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Стоп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3044952"/>
            <a:ext cx="1572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Когда прекращаем работу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3520440"/>
            <a:ext cx="1572768" cy="202996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Нет безопасных условий.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 ясна организация работ.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Есть риск для людей и оборудования.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Погода, видимость или состояние крана не позволяют работать безопасно.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1828800"/>
            <a:ext cx="3749039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360" y="1828800"/>
            <a:ext cx="3749039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037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695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6" y="2221992"/>
            <a:ext cx="3493007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предупреждающий слайд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6" y="2724912"/>
            <a:ext cx="3493007" cy="28163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(слайд: красный экран запретов)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нельзя / почему опасно)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(часть схем можно взять из плакатов по работе краном)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806440"/>
            <a:ext cx="1874519" cy="256032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5824728"/>
            <a:ext cx="1801367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Есть подвал: S047-P01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S047-P01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Подвал. Запрещенные действия при производстве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Карточка в формате нельзя / почему опасно.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Запрет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Нельзя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Подтаскивать груз краном.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Исправлять строповку под висящим грузом.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Продолжать работу при людях в опасной зоне.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Импровизировать без понятной схемы и организации.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Разбор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Почему это опасно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697480"/>
            <a:ext cx="504748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Рывки и боковые усилия выводят груз из расчетной схемы.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Под грузом и рядом с ним риск для людей становится мгновенным.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Без схемы и организации стропальщик начинает действовать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Любой такой прием должен закончиться остановкой работ.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3. Специальные условия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Проемы, балконы, стесненные места и подача груза в сложной обстановке.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2552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Проемы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325526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Груз подают только при понятной траектории и безопасной организации.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82880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82880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7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7" y="2148840"/>
            <a:ext cx="32552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Балконы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7" y="2496312"/>
            <a:ext cx="325526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Нельзя работать на глаз и без защищенного приема груза.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4612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24612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31927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566160"/>
            <a:ext cx="32552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Стесненные места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3913632"/>
            <a:ext cx="325526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Нужны точная схема, контроль помех и понятная роль каждого.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324612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59" y="324612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7" y="331927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7" y="3566160"/>
            <a:ext cx="32552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Канава или котлован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7" y="3913632"/>
            <a:ext cx="325526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Положение крана и траекторию груза заранее сверяют со схемой площадки.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828800"/>
            <a:ext cx="3154680" cy="352044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1828800"/>
            <a:ext cx="31546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747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2221992"/>
            <a:ext cx="28986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4736" y="2724912"/>
            <a:ext cx="2898648" cy="249631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(слайдшоу: проем -&gt; стесненное место -&gt; канава или котлован)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расположение крана относительно канавы или котлована)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(интерактив: нажать на условие -&gt; увидеть безопасную схему подачи)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(без видео: здесь важнее схема, чем движение)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572768"/>
            <a:ext cx="1325880" cy="219456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1591056"/>
            <a:ext cx="1252728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Интерактив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3. Технологические карты и организация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стропальщик работает не по памяти, а по схеме, ППР и понятному порядку.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Организация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8188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должно быть понятно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81888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 какой схеме выполняется операция.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Какая роль у ППР и технологической карты.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Какой маршрут перемещения, кто его контролирует и где обеспечен зазор не менее 500 мм над препятствиями.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проходит запрещенная зона у поворотной части крана и обеспечен ли зазор не менее 1 м до строений, штабелей и конструкций.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может стоять кран, если рядом канава, котлован или другая опасная граница площадки.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Кто подает сигналы: стропальщик, сигнальщик или старший стропальщик.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Кто отвечает за организацию и безопасность работ.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269748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269748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3445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Вывод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221992"/>
            <a:ext cx="24414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Ключевой вывод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697480"/>
            <a:ext cx="244144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Не действуй самовольно.</a:t>
            </a:r>
          </a:p>
          <a:p>
            <a:r>
              <a:t>• Если стропальщиков несколько, команды крановщику подает один назначенный участник.</a:t>
            </a:r>
          </a:p>
          <a:p>
            <a:r>
              <a:t>• Не заменяй схему опытом.</a:t>
            </a:r>
          </a:p>
          <a:p>
            <a:r>
              <a:t>• Не начинай работу при неясном порядке и неясной роли участников.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1828800"/>
            <a:ext cx="24688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32520" y="1828800"/>
            <a:ext cx="24688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05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971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536" y="2221992"/>
            <a:ext cx="22128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724912"/>
            <a:ext cx="22128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(слайдшоу: план -&gt; маршрут -&gt; контроль -&gt; опасная граница площадки)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кран, канава или котлован, безопасная позиция)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поворотная часть крана и зона не менее 1 м; можно взять из плаката)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(слайд: ППР и техкарта)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4. Работа вблизи ЛЭП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даже без касания ЛЭП работа может быть смертельно опасной.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377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377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ЛЭП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6817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знать до начала работ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681728" cy="28529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ЛЭП — особая опасность.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Нужны специальные меры безопасности и понятные дистанции.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Работу рядом с ЛЭП не ведут по обычной схеме и не оценивают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Если безопасные условия не разъяснены, работу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60" y="1828800"/>
            <a:ext cx="2377440" cy="384048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23560" y="1828800"/>
            <a:ext cx="237744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5157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15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Стоп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1576" y="2221992"/>
            <a:ext cx="212140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Главная мысль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51576" y="2697480"/>
            <a:ext cx="2121408" cy="28529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работать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действовать как обычно.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При сомнении работу останавливают.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828800"/>
            <a:ext cx="301752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1828800"/>
            <a:ext cx="3017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11895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1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5" y="2221992"/>
            <a:ext cx="27614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5" y="2724912"/>
            <a:ext cx="2761488" cy="28163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(слайдшоу: кран -&gt; ЛЭП -&gt; зона риска -&gt; решение стоп)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кран рядом с ЛЭП)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(предупреждающий визуал)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806440"/>
            <a:ext cx="1737360" cy="256032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" y="5824728"/>
            <a:ext cx="1664208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Подвал: S050-P01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5806440"/>
            <a:ext cx="3063240" cy="256032"/>
          </a:xfrm>
          <a:prstGeom prst="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14016" y="5824728"/>
            <a:ext cx="2990088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Далее: блок 5-6 разряда S051-S057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S050-P01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Подвал. ЛЭП: краткая памятка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Краткий справочный экран по зоне риска, допуску и прекращению работ.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3035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303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Памятка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Памятка стропальщику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4748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Работа рядом с ЛЭП допускается только по специальному порядку.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Дистанции и границы безопасной зоны должны быть понятны всем участникам.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Без разъясненной схемы и специальных мер безопасности работу не начинать.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При угрозе приближения к токоведущим частям — немедленно стоп.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828800"/>
            <a:ext cx="516636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82880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2221992"/>
            <a:ext cx="49103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статичная памятка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2724912"/>
            <a:ext cx="491032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(слайд: зона риска у ЛЭП)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дистанции и запретные позиции)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(изображение: организованный порядок работ)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Кто руководит сложной операцией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Будущий старший стропальщик должен понимать общую схему руководства, а не только свою точку зацепки.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83480" cy="388620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8348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5-6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7274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Как устроено руководство операцией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72744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За организацию и безопасное выполнение отвечает назначенное ответственное лицо.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В сложной операции бригада работает по единой схеме и под единым управлением.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Если стропальщиков несколько, команды крановщику подает один назначенный участник.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Будущий старший стропальщик держит в поле зрения всю операцию: роли, маршрут, ограничения и очередность действий.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1828800"/>
            <a:ext cx="25146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1828800"/>
            <a:ext cx="25146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4301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959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Роли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3016" y="2221992"/>
            <a:ext cx="22585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Кто есть кто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3016" y="2697480"/>
            <a:ext cx="22585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Ответственный за работы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Крановщик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Стропальщики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Старший стропальщик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828800"/>
            <a:ext cx="278892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1828800"/>
            <a:ext cx="2788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404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Медиа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96" y="2221992"/>
            <a:ext cx="25328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схема ролей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6" y="2724912"/>
            <a:ext cx="253288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(схема: ответственный -&gt; старший стропальщик -&gt; крановщик)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(слайд: роли в сложной операции)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(без интерактива: не дробим этот экран)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Что старший стропальщик делает до начала подъема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До команды на подъем будущий старший стропальщик собирает операцию в рабочую систему.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Подготовка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8188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он проверяет заранее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81888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Уточняет массу, схему строповки, центр тяжести и маршрут перемещения.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Проверяет ППР, технологическую карту или другую рабочую схему, если она обязательна для операции.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Сверяет, хватает ли оснастки, подкладок, оттяжек, проходов и места установки.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Проверяет, что место приема груза подготовлено так же, как место подъема.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До начала подъема распределяет роли: кто стропит, кто сопровождает, кто подает команды, кто контролирует прием груза.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539496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53949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344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221992"/>
            <a:ext cx="51389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724912"/>
            <a:ext cx="5138928" cy="2953511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(слайдшоу: чек-лист до начала сложного подъема)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(схема: маршрут, опоры, место приема груза)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(изображение: бригада на коротком инструктаже)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Какие документы и роли обязательны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Сложную операцию нельзя держать только в голове: она должна быть оформлена и разъяснена участникам.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89204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8920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Документы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63600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должно быть на руках и в понимании бригады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63600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ППР или технологическая карта — если операция относится к сложным, ответственным или специально организуемым работам.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Схема строповки и перемещения груза, меры безопасности и последовательность действий.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Назначенные роли: ответственный за безопасное производство работ, крановщик, стропальщики, при необходимости старший стропальщик.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Для специальных условий дополнительно проверяют, нужен ли наряд-допуск и отдельный инструктаж.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1828800"/>
            <a:ext cx="23317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828800"/>
            <a:ext cx="23317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0585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Нельзя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05856" y="2221992"/>
            <a:ext cx="20756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Документы не заменяют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6" y="2697480"/>
            <a:ext cx="207568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Опыт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Привычка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Устные договоренности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Импровизация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828800"/>
            <a:ext cx="306324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828800"/>
            <a:ext cx="30632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6617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Медиа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6" y="2221992"/>
            <a:ext cx="280720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статичный документальный слайд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2724912"/>
            <a:ext cx="2807208" cy="2953511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(слайд: ППР, техкарта, наряд-допуск)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(схема: распределение ролей)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Как организуют сложный и ответственный подъем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 подчеркивает: чем сложнее операция, тем важнее не сила, а согласованность и точная последовательность.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23408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Разъясняют схему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2340864" cy="6492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Все участники понимают способ строповки, маршрут, точки приема и ограничения.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148840"/>
            <a:ext cx="23408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Готовят площадку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496312"/>
            <a:ext cx="2340864" cy="6492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Проверяют проходы, место установки, ограждение опасной зоны, подкладки и помехи.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2148840"/>
            <a:ext cx="23408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Согласуют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2496312"/>
            <a:ext cx="2340864" cy="6492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До начала работ всем понятны сигналы, очередность действий и единый канал управления.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1828800"/>
            <a:ext cx="24688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32520" y="1828800"/>
            <a:ext cx="246888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422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2148840"/>
            <a:ext cx="224942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Ведут подъем по схеме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2248" y="2496312"/>
            <a:ext cx="2249424" cy="6492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 ходу операции не меняют схему и не ускоряют подъем рывками.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66160"/>
            <a:ext cx="5303520" cy="219456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566160"/>
            <a:ext cx="53035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" y="366674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368503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Логика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" y="395935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особенно важно для будущего старшего стропальщика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" y="4434840"/>
            <a:ext cx="5047488" cy="120700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Уметь заранее увидеть, где операция может выйти из расчетной схемы: разворот груза, перекос, помеха, несогласованные действия.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Собирать подъем как управляемую последовательность, а не как набор отдельных действий.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566160"/>
            <a:ext cx="5166360" cy="21945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3566160"/>
            <a:ext cx="51663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63056" y="366674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9632" y="368503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Медиа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63056" y="3959352"/>
            <a:ext cx="49103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3056" y="4462272"/>
            <a:ext cx="4910328" cy="117043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(слайдшоу: этап 1 -&gt; этап 2 -&gt; этап 3 -&gt; этап 4)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(интерактив: расставить этапы сложного подъема по порядку)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(схема: сложный подъем по этапам)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1572768"/>
            <a:ext cx="1325880" cy="219456"/>
          </a:xfrm>
          <a:prstGeom prst="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1591056"/>
            <a:ext cx="1252728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Интерактив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Контрольный подъем и проверка перед перемещением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Перед основным перемещением груз не «сразу в путь»: сначала подтверждают устойчивость и правильность схемы.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88620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Контроль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8188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проверяют на контрольном подъеме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81888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Надежность строповки и равномерность нагрузки.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Не уходит ли груз в перекос, разворот или нежелательное раскачивание.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Нет ли помех по траектории и понятно ли, как груз пойдет дальше.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Готова ли бригада сопровождать груз без входа в опасную зону.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Если груз сразу показывает перекос или разворот, основное перемещение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260604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26060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3445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Смысл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221992"/>
            <a:ext cx="235000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Почему это важно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697480"/>
            <a:ext cx="235000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Ошибку нужно выявить на контрольном подъеме, а не во время перемещения.</a:t>
            </a:r>
          </a:p>
          <a:p>
            <a:r>
              <a:t>• Именно здесь становится видно, верна ли схема в реальных условиях.</a:t>
            </a:r>
          </a:p>
          <a:p>
            <a:r>
              <a:t>• Контрольный подъем позволяет увидеть риск до основного перемещения.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1080" y="1828800"/>
            <a:ext cx="256032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41080" y="1828800"/>
            <a:ext cx="25603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690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056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Медиа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9096" y="2221992"/>
            <a:ext cx="23042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видео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9096" y="2724912"/>
            <a:ext cx="230428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(видео: контрольный подъем груза на малую высоту)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(врезки-подписи: перекос, разворот, помеха, стоп)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(резерв: если нет видео, собрать как псевдовидео из 4 кадров)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Работа у ЛЭП: усиленный порядок и контроль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У ЛЭП действует отдельный организационный режим работ.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8348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8348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ЛЭП 5-6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7274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усиливается по сравнению с базой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72744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Работа у ЛЭП ведется по наряду-допуску и под непосредственным руководством ответственного лица.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Место установки крана, границы безопасной зоны и порядок действий определяют заранее и доводят до всех участников.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Кран нельзя самовольно устанавливать или переставлять ближе к ЛЭП.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Старший стропальщик в такой операции удерживает дисциплину схемы и не допускает самовольных изменений.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828800"/>
            <a:ext cx="25603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828800"/>
            <a:ext cx="25603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972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387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Контроль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296" y="2221992"/>
            <a:ext cx="23042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контролируют особенно жестко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2697480"/>
            <a:ext cx="230428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Допуск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Место установки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Сигналы и порядок действий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Запрет на работу «на глаз»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1828800"/>
            <a:ext cx="274320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58200" y="1828800"/>
            <a:ext cx="27432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8621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2279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Медиа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6" y="2221992"/>
            <a:ext cx="248716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86216" y="2724912"/>
            <a:ext cx="2487168" cy="2953511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(слайдшоу: точка установки -&gt; безопасная зона -&gt; допуск -&gt; стоп)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(интерактив: можно / нельзя по ситуации у ЛЭП)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(схема: кран, ЛЭП, безопасная зона, точка установки)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1572768"/>
            <a:ext cx="1325880" cy="219456"/>
          </a:xfrm>
          <a:prstGeom prst="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" y="1591056"/>
            <a:ext cx="1252728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Интерактив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Чем будущий старший стропальщик отличается от аккуратного исполнителя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Разница не в смелости, а в умении держать подъем как управляемую операцию.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Профиль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Будущий старший стропальщик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Читает операцию целиком, а не только свой участок работы.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До начала подъема собирает роли, схему, маршрут и контрольные точки.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Замечает, где ошибка организации может превратиться в ошибку строповки или перемещения.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Умеет вести бригаду через понятную последовательность действий без суеты и самодеятельности.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25603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256032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Сравнение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23042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Аккуратный исполнитель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697480"/>
            <a:ext cx="230428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Видит в основном свой участок работы.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Хорошо исполняет указания.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Следит прежде всего за своей строповкой.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Реже замечает организационные риски заранее.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1828800"/>
            <a:ext cx="251460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828800"/>
            <a:ext cx="25146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1481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5139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Медиа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2221992"/>
            <a:ext cx="225856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статичное сравнение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4816" y="2724912"/>
            <a:ext cx="2258568" cy="2953511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(слайд: сравнение двух ролей)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(схема: от исполнителя к старшему стропальщику)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4. Когда работу нужно остановить из-за ЛЭП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При малейшем сомнении работа прекращается до уточнения безопасных условий.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2057400" cy="658368"/>
          </a:xfrm>
          <a:prstGeom prst="rect">
            <a:avLst/>
          </a:prstGeom>
          <a:solidFill>
            <a:srgbClr val="FEF2F2"/>
          </a:solidFill>
          <a:ln w="1524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01952"/>
            <a:ext cx="1874520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300" b="1">
                <a:solidFill>
                  <a:srgbClr val="C51F1F"/>
                </a:solidFill>
                <a:latin typeface="Arial"/>
              </a:rPr>
              <a:t>Работа немедленно останавливается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97480"/>
            <a:ext cx="5166360" cy="347472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9748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" y="279806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81635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Стоп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309067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Стоп-условия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566160"/>
            <a:ext cx="4910328" cy="248716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Нет безопасных условий.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 ясны дистанции и границы безопасной зоны.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Есть риск опасного приближения к токоведущим частям.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Схема работ не разъяснена участникам.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1828800"/>
            <a:ext cx="5303520" cy="43434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624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предупреждающий визуал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5896" y="2724912"/>
            <a:ext cx="5047488" cy="33192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(слайд: стоп-экран по ЛЭП)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опасное сближение и запреты)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(изображение: учебный кейс без реальной опасной съемки)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5. Разбор ЧП и нарушений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Разбор строится по трем вопросам: что произошло, что нарушили, как нужно было действовать.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29184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07238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Что произошло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3072384" cy="6035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Коротко фиксируем ситуацию, зону риска и исходные условия.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329184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4290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5021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749040"/>
            <a:ext cx="307238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Что нарушили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096512"/>
            <a:ext cx="3072384" cy="6035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Показываем правило, которое было проигнорировано.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29200"/>
            <a:ext cx="329184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0292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51023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349240"/>
            <a:ext cx="307238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Как правильно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5696712"/>
            <a:ext cx="3072384" cy="1463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Формулируем безопасный порядок действий.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1828800"/>
            <a:ext cx="297180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23360" y="1828800"/>
            <a:ext cx="2971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5137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795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Разбор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1376" y="2221992"/>
            <a:ext cx="2715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важно в разборе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1376" y="2697480"/>
            <a:ext cx="2715768" cy="31272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Не искать виноватого, а разобрать логику риска.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Показывать, где операция должна была быть остановлена.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Связывать кейс с правилом из Игумнова.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1828800"/>
            <a:ext cx="3977639" cy="41148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23760" y="1828800"/>
            <a:ext cx="3977639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5177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8835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1776" y="2221992"/>
            <a:ext cx="3721607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1776" y="2724912"/>
            <a:ext cx="3721607" cy="30906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(кейс-слайд: что произошло / что нарушено)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(изображение или схема аварийной ситуации)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Промежуточный тест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Проверка по опасной зоне, запретам, специальным условиям, ЛЭП и усилению 5-6.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Тест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529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проходит опасная зона до начала работ.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 понять опасную обстановку.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Когда работу нужно остановить.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Правило: не менее 1 м между поворотной частью крана и строениями, штабелями и конструкциями.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Когда работы запрещены из-за погоды, видимости, температуры и неисправности крана или оснастки.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Какой подход верен рядом с ЛЭП.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Чем для 5-6 разряда дополняются организация и контроль сложного подъема.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тестовый экран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163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(слайд: тестовый интерфейс)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(вопросы S060-Q01...Q05)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(включить вопрос по правилу 1 м у поворотной части крана)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(ошибка -&gt; S060-P01...P05)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опасная зона не определена до начала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Опасную зону определяют заранее.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До начала перемещения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Людей в этой зоне быть не должно.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Без этого работу начинать нельзя.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опасная зона на площадке)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опасная обстановка оценивается слишком узко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Смотри не только на груз.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Оценивай траекторию.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Учитывай раскачивание и помехи.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Думай о людях вокруг.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(кейс-слайд: опасная обстановка)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работа продолжается без безопасных условий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Нет безопасных условий.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Работу нужно прекратить.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работать без понятной организации.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Риск сначала устраняют.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(стоп-слайд: нет безопасных условий)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работа рядом с ЛЭП ведется на глаз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ЛЭП — особая опасность.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оценивать расстояние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Нужны специальные меры.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Нужен организованный порядок работ.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ЛЭП и зона риска)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в сложной операции участники не понимают схему и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Сложный подъем нельзя держать только на устных договоренностях.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Участникам должны быть понятны схема, роли и последовательность действий.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Будущий старший стропальщик удерживает подъем как единую операцию.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Если порядок не разъяснен, работу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роли, маршрут и точки контроля)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Финальный вывод по подтеме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Главный итог блока: пространство работ читают заранее, а сложные операции заранее организуют.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1208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Итог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560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должен уметь слушатель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5604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Видеть опасную зону до начала перемещения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Не работать в неясных и неорганизованных условиях.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Останавливать работу при риске, а не после происшествия.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Понимать, что рядом с ЛЭП действует особый порядок.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Для 5-6 разряда — удерживать сложный подъем как управляемую операцию с понятными ролями и документами.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525780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7161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1616" y="2221992"/>
            <a:ext cx="500176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финальный визуал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2724912"/>
            <a:ext cx="500176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(плакат-памятка: опасная зона / организация / ЛЭП / 5-6)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(изображение: безопасная организация работ)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