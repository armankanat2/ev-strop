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.xml"/><Relationship Id="rId5" Type="http://schemas.openxmlformats.org/officeDocument/2006/relationships/slide" Target="slide5.xml"/><Relationship Id="rId4" Type="http://schemas.openxmlformats.org/officeDocument/2006/relationships/slide" Target="slide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Какие документы регулируют работу стропальщика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8440" y="128016"/>
            <a:ext cx="132588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6217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Тема 1 • общая часть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7132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22B42"/>
                </a:solidFill>
              </a:rPr>
              <a:t>Это основные правовые акты, регулирующие работу стропальщика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623560" cy="512064"/>
          </a:xfrm>
          <a:prstGeom prst="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Закон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91640"/>
            <a:ext cx="1508760" cy="512064"/>
          </a:xfrm>
          <a:prstGeom prst="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Дата принятия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1691640"/>
            <a:ext cx="3063240" cy="512064"/>
          </a:xfrm>
          <a:prstGeom prst="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Кто издал</a:t>
            </a:r>
          </a:p>
        </p:txBody>
      </p:sp>
      <p:sp>
        <p:nvSpPr>
          <p:cNvPr id="10" name="Rectangle 9">
            <a:hlinkClick r:id="rId2" action="ppaction://hlinksldjump"/>
          </p:cNvPr>
          <p:cNvSpPr/>
          <p:nvPr/>
        </p:nvSpPr>
        <p:spPr>
          <a:xfrm>
            <a:off x="640080" y="2203704"/>
            <a:ext cx="562356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500" b="1">
                <a:solidFill>
                  <a:srgbClr val="212B36"/>
                </a:solidFill>
              </a:rPr>
              <a:t>Трудовой кодекс РФ № 197-ФЗ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203704"/>
            <a:ext cx="150876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212B36"/>
                </a:solidFill>
              </a:rPr>
              <a:t>30.12.2001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2203704"/>
            <a:ext cx="306324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B36"/>
                </a:solidFill>
              </a:rPr>
              <a:t>Федеральное Собрание РФ,
Президент РФ</a:t>
            </a:r>
          </a:p>
        </p:txBody>
      </p:sp>
      <p:sp>
        <p:nvSpPr>
          <p:cNvPr id="13" name="Rectangle 12">
            <a:hlinkClick r:id="rId3" action="ppaction://hlinksldjump"/>
          </p:cNvPr>
          <p:cNvSpPr/>
          <p:nvPr/>
        </p:nvSpPr>
        <p:spPr>
          <a:xfrm>
            <a:off x="640080" y="2953512"/>
            <a:ext cx="562356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500" b="1">
                <a:solidFill>
                  <a:srgbClr val="212B36"/>
                </a:solidFill>
              </a:rPr>
              <a:t>Постановление Правительства РФ № 2464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953512"/>
            <a:ext cx="150876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212B36"/>
                </a:solidFill>
              </a:rPr>
              <a:t>24.12.2021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2953512"/>
            <a:ext cx="306324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B36"/>
                </a:solidFill>
              </a:rPr>
              <a:t>Правительство РФ</a:t>
            </a:r>
          </a:p>
        </p:txBody>
      </p:sp>
      <p:sp>
        <p:nvSpPr>
          <p:cNvPr id="16" name="Rectangle 15">
            <a:hlinkClick r:id="rId4" action="ppaction://hlinksldjump"/>
          </p:cNvPr>
          <p:cNvSpPr/>
          <p:nvPr/>
        </p:nvSpPr>
        <p:spPr>
          <a:xfrm>
            <a:off x="640080" y="3703320"/>
            <a:ext cx="562356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500" b="1">
                <a:solidFill>
                  <a:srgbClr val="212B36"/>
                </a:solidFill>
              </a:rPr>
              <a:t>Федеральный закон № 116-ФЗ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703320"/>
            <a:ext cx="150876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212B36"/>
                </a:solidFill>
              </a:rPr>
              <a:t>21.07.1997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3703320"/>
            <a:ext cx="306324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B36"/>
                </a:solidFill>
              </a:rPr>
              <a:t>Федеральное Собрание РФ,
Президент РФ</a:t>
            </a:r>
          </a:p>
        </p:txBody>
      </p:sp>
      <p:sp>
        <p:nvSpPr>
          <p:cNvPr id="19" name="Rectangle 18">
            <a:hlinkClick r:id="rId5" action="ppaction://hlinksldjump"/>
          </p:cNvPr>
          <p:cNvSpPr/>
          <p:nvPr/>
        </p:nvSpPr>
        <p:spPr>
          <a:xfrm>
            <a:off x="640080" y="4453128"/>
            <a:ext cx="562356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500" b="1">
                <a:solidFill>
                  <a:srgbClr val="212B36"/>
                </a:solidFill>
              </a:rPr>
              <a:t>Приказ Ростехнадзора № 461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453128"/>
            <a:ext cx="150876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212B36"/>
                </a:solidFill>
              </a:rPr>
              <a:t>26.11.2020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4453128"/>
            <a:ext cx="306324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B36"/>
                </a:solidFill>
              </a:rPr>
              <a:t>Ростехнадзор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55480" y="1691640"/>
            <a:ext cx="1965960" cy="3154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555480" y="1691640"/>
            <a:ext cx="1965960" cy="56692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FFFFFF"/>
                </a:solidFill>
              </a:rPr>
              <a:t>Интерактив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2478024"/>
            <a:ext cx="1508760" cy="2185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12B36"/>
                </a:solidFill>
              </a:rPr>
              <a:t>Нажмите на название документа.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12B36"/>
                </a:solidFill>
              </a:rPr>
              <a:t>Откроется короткий подвал-справка.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12B36"/>
                </a:solidFill>
              </a:rPr>
              <a:t>Из подвала есть возврат в S003.</a:t>
            </a:r>
          </a:p>
        </p:txBody>
      </p:sp>
      <p:sp>
        <p:nvSpPr>
          <p:cNvPr id="25" name="Rounded Rectangle 24">
            <a:hlinkClick r:id="rId6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  <p:sp>
        <p:nvSpPr>
          <p:cNvPr id="26" name="Rounded Rectangle 25">
            <a:hlinkClick r:id="rId2" action="ppaction://hlinksldjump"/>
          </p:cNvPr>
          <p:cNvSpPr/>
          <p:nvPr/>
        </p:nvSpPr>
        <p:spPr>
          <a:xfrm>
            <a:off x="9372600" y="5989320"/>
            <a:ext cx="2148840" cy="457200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ДАЛЕЕ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Трудовой кодекс РФ № 197-ФЗ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8440" y="128016"/>
            <a:ext cx="132588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S003-P01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6217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22B42"/>
                </a:solidFill>
              </a:rPr>
              <a:t>Короткая справка по документу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2377440" cy="502920"/>
          </a:xfrm>
          <a:prstGeom prst="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Поле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600200"/>
            <a:ext cx="6720840" cy="502920"/>
          </a:xfrm>
          <a:prstGeom prst="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Содержание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2377440" cy="73152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Документ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103120"/>
            <a:ext cx="6720840" cy="73152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Трудовой кодекс РФ № 197-ФЗ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2377440" cy="9144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О чем документ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834640"/>
            <a:ext cx="672084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Общая рамка по охране труда и допуску к работе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40"/>
            <a:ext cx="2377440" cy="16002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Чем важно для стропальщика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749040"/>
            <a:ext cx="6720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Раздел X "Охрана труда": обязанности работодателя и работника, СИЗ, безопасные условия труда, расследование несчастных случаев</a:t>
            </a:r>
          </a:p>
        </p:txBody>
      </p:sp>
      <p:sp>
        <p:nvSpPr>
          <p:cNvPr id="15" name="Rounded Rectangle 14">
            <a:hlinkClick r:id="rId2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Постановление Правительства РФ № 2464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8440" y="128016"/>
            <a:ext cx="132588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S003-P02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6217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22B42"/>
                </a:solidFill>
              </a:rPr>
              <a:t>Короткая справка по документу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2377440" cy="502920"/>
          </a:xfrm>
          <a:prstGeom prst="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Поле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600200"/>
            <a:ext cx="6720840" cy="502920"/>
          </a:xfrm>
          <a:prstGeom prst="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Содержание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2377440" cy="73152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Документ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103120"/>
            <a:ext cx="6720840" cy="73152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Постановление Правительства РФ № 2464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2377440" cy="9144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О чем документ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834640"/>
            <a:ext cx="672084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Обучение по охране труда и проверка знаний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40"/>
            <a:ext cx="2377440" cy="16002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Чем важно для стропальщика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749040"/>
            <a:ext cx="6720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Инструктажи, стажировка, обучение, первая помощь, проверка знаний</a:t>
            </a:r>
          </a:p>
        </p:txBody>
      </p:sp>
      <p:sp>
        <p:nvSpPr>
          <p:cNvPr id="15" name="Rounded Rectangle 14">
            <a:hlinkClick r:id="rId2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Федеральный закон № 116-ФЗ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8440" y="128016"/>
            <a:ext cx="132588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S003-P03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6217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22B42"/>
                </a:solidFill>
              </a:rPr>
              <a:t>Короткая справка по документу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2377440" cy="502920"/>
          </a:xfrm>
          <a:prstGeom prst="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Поле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600200"/>
            <a:ext cx="6720840" cy="502920"/>
          </a:xfrm>
          <a:prstGeom prst="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Содержание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2377440" cy="73152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Документ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103120"/>
            <a:ext cx="6720840" cy="73152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Федеральный закон № 116-ФЗ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2377440" cy="9144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О чем документ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834640"/>
            <a:ext cx="672084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Устанавливает требования безопасной работы на опасных производственных объектах, подготовки работников, предупреждения аварий и производственного контроля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40"/>
            <a:ext cx="2377440" cy="16002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Чем важно для стропальщика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749040"/>
            <a:ext cx="6720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Нужен при работе на ОПО: подготовка работников, требования промбезопасности, производственный контроль. Для стропальщика важен тем, что требует проходить обучение, соблюдать правила безопасности, выполнять инструкции и сообщать о неисправностях и опасных ситуациях</a:t>
            </a:r>
          </a:p>
        </p:txBody>
      </p:sp>
      <p:sp>
        <p:nvSpPr>
          <p:cNvPr id="15" name="Rounded Rectangle 14">
            <a:hlinkClick r:id="rId2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Приказ Ростехнадзора № 461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8440" y="128016"/>
            <a:ext cx="132588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S003-P04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6217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22B42"/>
                </a:solidFill>
              </a:rPr>
              <a:t>Короткая справка по документу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2377440" cy="502920"/>
          </a:xfrm>
          <a:prstGeom prst="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Поле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600200"/>
            <a:ext cx="6720840" cy="502920"/>
          </a:xfrm>
          <a:prstGeom prst="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Содержание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2377440" cy="73152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Документ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103120"/>
            <a:ext cx="6720840" cy="73152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Приказ Ростехнадзора № 461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2377440" cy="9144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О чем документ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834640"/>
            <a:ext cx="672084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Устанавливает правила безопасной эксплуатации кранов и других подъемных сооружений на опасных производственных объектах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40"/>
            <a:ext cx="2377440" cy="16002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Чем важно для стропальщика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749040"/>
            <a:ext cx="6720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п. 19, п. 98-99, п. 155-163: персонал, сигналы, ППР/ТК, строповка, ПРР, складирование. Для стропальщика важен тем, что определяет правила строповки и перемещения грузов, проверки стропов и тары, подачи сигналов и прекращения работы при опасности</a:t>
            </a:r>
          </a:p>
        </p:txBody>
      </p:sp>
      <p:sp>
        <p:nvSpPr>
          <p:cNvPr id="15" name="Rounded Rectangle 14">
            <a:hlinkClick r:id="rId2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352</Words>
  <Application>Microsoft Office PowerPoint</Application>
  <PresentationFormat>Произвольный</PresentationFormat>
  <Paragraphs>77</Paragraphs>
  <Slides>5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6" baseType="lpstr"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CodexSandboxOffline</cp:lastModifiedBy>
  <cp:revision>2</cp:revision>
  <dcterms:created xsi:type="dcterms:W3CDTF">2013-01-27T09:14:16Z</dcterms:created>
  <dcterms:modified xsi:type="dcterms:W3CDTF">2026-06-22T18:15:39Z</dcterms:modified>
  <cp:category/>
</cp:coreProperties>
</file>