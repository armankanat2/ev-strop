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128016"/>
            <a:ext cx="132588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Это основные правовые акты, регулирующие работу стропальщика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6235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Закон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15087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Дата принятия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91640"/>
            <a:ext cx="306324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Кто издал</a:t>
            </a:r>
          </a:p>
        </p:txBody>
      </p:sp>
      <p:sp>
        <p:nvSpPr>
          <p:cNvPr id="10" name="S003_LAW_LINK_01">
            <a:hlinkClick r:id="rId2" action="ppaction://hlinksldjump"/>
          </p:cNvPr>
          <p:cNvSpPr/>
          <p:nvPr/>
        </p:nvSpPr>
        <p:spPr>
          <a:xfrm>
            <a:off x="640080" y="2203704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03704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30.12.2001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03704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3" name="S003_LAW_LINK_02">
            <a:hlinkClick r:id="rId3" action="ppaction://hlinksldjump"/>
          </p:cNvPr>
          <p:cNvSpPr/>
          <p:nvPr/>
        </p:nvSpPr>
        <p:spPr>
          <a:xfrm>
            <a:off x="640080" y="2953512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24.12.2021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53512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Правительство РФ</a:t>
            </a:r>
          </a:p>
        </p:txBody>
      </p:sp>
      <p:sp>
        <p:nvSpPr>
          <p:cNvPr id="16" name="S003_LAW_LINK_03">
            <a:hlinkClick r:id="rId4" action="ppaction://hlinksldjump"/>
          </p:cNvPr>
          <p:cNvSpPr/>
          <p:nvPr/>
        </p:nvSpPr>
        <p:spPr>
          <a:xfrm>
            <a:off x="640080" y="3703320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21.07.1997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03320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9" name="S003_LAW_LINK_04">
            <a:hlinkClick r:id="rId5" action="ppaction://hlinksldjump"/>
          </p:cNvPr>
          <p:cNvSpPr/>
          <p:nvPr/>
        </p:nvSpPr>
        <p:spPr>
          <a:xfrm>
            <a:off x="640080" y="4453128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26.11.2020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453128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Ростехнадзор</a:t>
            </a:r>
          </a:p>
        </p:txBody>
      </p:sp>
      <p:grpSp>
        <p:nvGrpSpPr>
          <p:cNvPr id="27" name="S003_INFO_GROUP"/>
          <p:cNvGrpSpPr/>
          <p:nvPr/>
        </p:nvGrpSpPr>
        <p:grpSpPr>
          <a:xfrm>
            <a:off x="9555480" y="1691640"/>
            <a:ext cx="1965960" cy="1965960"/>
            <a:chOff x="9555480" y="1691640"/>
            <a:chExt cx="1965960" cy="1965960"/>
          </a:xfrm>
        </p:grpSpPr>
        <p:sp>
          <p:nvSpPr>
            <p:cNvPr id="22" name="S003_INFO_PANEL"/>
            <p:cNvSpPr/>
            <p:nvPr/>
          </p:nvSpPr>
          <p:spPr>
            <a:xfrm>
              <a:off x="9555480" y="1691640"/>
              <a:ext cx="1965960" cy="196596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4285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S003_INFO_HEAD"/>
            <p:cNvSpPr/>
            <p:nvPr/>
          </p:nvSpPr>
          <p:spPr>
            <a:xfrm>
              <a:off x="9555480" y="1691640"/>
              <a:ext cx="1965960" cy="566928"/>
            </a:xfrm>
            <a:prstGeom prst="roundRect">
              <a:avLst/>
            </a:prstGeom>
            <a:solidFill>
              <a:srgbClr val="42855F"/>
            </a:solidFill>
            <a:ln>
              <a:solidFill>
                <a:srgbClr val="4285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900" b="1">
                  <a:solidFill>
                    <a:srgbClr val="FFFFFF"/>
                  </a:solidFill>
                </a:rPr>
                <a:t>Интерактив</a:t>
              </a:r>
            </a:p>
          </p:txBody>
        </p:sp>
        <p:sp>
          <p:nvSpPr>
            <p:cNvPr id="24" name="S003_INFO_BODY"/>
            <p:cNvSpPr txBox="1"/>
            <p:nvPr/>
          </p:nvSpPr>
          <p:spPr>
            <a:xfrm>
              <a:off x="9784080" y="2478024"/>
              <a:ext cx="1508760" cy="9966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</a:pPr>
              <a:r>
                <a:rPr sz="1500">
                  <a:solidFill>
                    <a:srgbClr val="212B36"/>
                  </a:solidFill>
                </a:rPr>
                <a:t>Нажмите на название документа.</a:t>
              </a:r>
            </a:p>
          </p:txBody>
        </p:sp>
      </p:grpSp>
      <p:sp>
        <p:nvSpPr>
          <p:cNvPr id="25" name="S003_BACK">
            <a:hlinkClick r:id="rId6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S003_NEXT">
            <a:hlinkClick r:id="rId2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9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Трудовой кодекс РФ № 197-ФЗ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128016"/>
            <a:ext cx="132588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Общая рамка по охране труда и допуску к работе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Раздел X "Охрана труда": обязанности работодателя и работника, СИЗ, безопасные условия труда, расследование несчастных случаев</a:t>
            </a:r>
          </a:p>
        </p:txBody>
      </p:sp>
      <p:sp>
        <p:nvSpPr>
          <p:cNvPr id="15" name="S003_P01_BACK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Постановление Правительства РФ № 2464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128016"/>
            <a:ext cx="132588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Обучение по охране труда и проверка знаний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Инструктажи, стажировка, обучение, первая помощь, проверка знаний</a:t>
            </a:r>
          </a:p>
        </p:txBody>
      </p:sp>
      <p:sp>
        <p:nvSpPr>
          <p:cNvPr id="15" name="S003_P02_BACK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Федеральный закон № 116-ФЗ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128016"/>
            <a:ext cx="132588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требования безопасной работы на опасных производственных объектах, подготовки работников, предупреждения аварий и производственного контроля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Нужен при работе на ОПО: подготовка работников, требования промбезопасности, производственный контроль. Для стропальщика важен тем, что требует проходить обучение, соблюдать правила безопасности, выполнять инструкции и сообщать о неисправностях и опасных ситуациях</a:t>
            </a:r>
          </a:p>
        </p:txBody>
      </p:sp>
      <p:sp>
        <p:nvSpPr>
          <p:cNvPr id="15" name="S003_P03_BACK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Приказ Ростехнадзора № 461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128016"/>
            <a:ext cx="132588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правила безопасной эксплуатации кранов и других подъемных сооружений на опасных производственных объектах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п. 19, п. 98-99, п. 155-163: персонал, сигналы, ППР/ТК, строповка, ПРР, складирование. Для стропальщика важен тем, что определяет правила строповки и перемещения грузов, проверки стропов и тары, подачи сигналов и прекращения работы при опасности</a:t>
            </a:r>
          </a:p>
        </p:txBody>
      </p:sp>
      <p:sp>
        <p:nvSpPr>
          <p:cNvPr id="15" name="S003_P04_BACK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341</Words>
  <Application>Microsoft Office PowerPoint</Application>
  <PresentationFormat>Произвольный</PresentationFormat>
  <Paragraphs>75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CodexSandboxOffline</cp:lastModifiedBy>
  <cp:revision>4</cp:revision>
  <dcterms:created xsi:type="dcterms:W3CDTF">2013-01-27T09:14:16Z</dcterms:created>
  <dcterms:modified xsi:type="dcterms:W3CDTF">2026-06-23T07:56:01Z</dcterms:modified>
  <cp:category/>
</cp:coreProperties>
</file>