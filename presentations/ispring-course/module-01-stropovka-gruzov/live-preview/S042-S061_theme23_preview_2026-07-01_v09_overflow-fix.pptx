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Как читать пространство работ и где проходит опасная зона.</a:t>
            </a:r>
          </a:p>
          <a:p>
            <a:r>
              <a:t>• Какие нарушения чаще всего приводят к тяжелым последствиям.</a:t>
            </a:r>
          </a:p>
          <a:p>
            <a:r>
              <a:t>• Почему специальные условия и ЛЭП требуют отдельного порядка.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Рабочая площадка, кран и траектория груза.</a:t>
            </a:r>
          </a:p>
          <a:p>
            <a:r>
              <a:t>• Контур опасной зоны.</a:t>
            </a:r>
          </a:p>
          <a:p>
            <a:r>
              <a:t>• Безопасная организация пространства без перегруза деталями.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Базовые правила работы стреловыми кранами вблизи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Усиление 5-6: руководство операцией, документы, сложный подъем и работа у ЛЭП.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Разбор нарушений и промежуточная проверка.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499262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501091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маршрут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5285232"/>
            <a:ext cx="30358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Шесть шагов подтемы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5788152"/>
            <a:ext cx="3035808" cy="301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Сначала опасная зона.</a:t>
            </a:r>
          </a:p>
          <a:p>
            <a:r>
              <a:t>• Затем запреты и специальные условия.</a:t>
            </a:r>
          </a:p>
          <a:p>
            <a:r>
              <a:t>• Далее работа у ЛЭП, усиление 5-6 и проверка понимания.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Опасная зона есть всегда.</a:t>
            </a:r>
          </a:p>
          <a:p>
            <a:r>
              <a:t>• Ее определяют до начала работы.</a:t>
            </a:r>
          </a:p>
          <a:p>
            <a:r>
              <a:t>• Под грузом и в зоне возможного падения находиться нельзя.</a:t>
            </a:r>
          </a:p>
          <a:p>
            <a:r>
              <a:t>• Границы риска зависят от груза, площадки и расположения крана.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7706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Площадка, кран и груз.</a:t>
            </a:r>
          </a:p>
          <a:p>
            <a:r>
              <a:t>• Границы опасной зоны.</a:t>
            </a:r>
          </a:p>
          <a:p>
            <a:r>
              <a:t>• Ограждения и знаки безопасности.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Смотри на траекторию груза, а не только на зацепку.</a:t>
            </a:r>
          </a:p>
          <a:p>
            <a:r>
              <a:t>• Учитывай раскачивание и разворот.</a:t>
            </a:r>
          </a:p>
          <a:p>
            <a:r>
              <a:t>• Над препятствием нужен зазор не менее 500 мм.</a:t>
            </a:r>
          </a:p>
          <a:p>
            <a:r>
              <a:t>• Проверяй проемы, помехи и стесненное пространство.</a:t>
            </a:r>
          </a:p>
          <a:p>
            <a:r>
              <a:t>• Думай о людях вокруг и путях их движения.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Короткий ориентир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помогает увидеть риск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Траектория груза.</a:t>
            </a:r>
          </a:p>
          <a:p>
            <a:r>
              <a:t>• Возможное раскачивание и разворот.</a:t>
            </a:r>
          </a:p>
          <a:p>
            <a:r>
              <a:t>• Помехи и люди в зоне.</a:t>
            </a:r>
          </a:p>
          <a:p>
            <a:r>
              <a:t>• Зазор не менее 500 мм над препятствием.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Работай только в безопасных условиях.</a:t>
            </a:r>
          </a:p>
          <a:p>
            <a:r>
              <a:t>• Соблюдай порядок работ и указания ответственных лиц.</a:t>
            </a:r>
          </a:p>
          <a:p>
            <a:r>
              <a:t>• При плохой видимости и сложной связи работай через сигнальщика.</a:t>
            </a:r>
          </a:p>
          <a:p>
            <a:r>
              <a:t>• При сильном ветре, грозе, тумане, снегопаде и резком ухудшении видимости работу не начинают или прекращают.</a:t>
            </a:r>
          </a:p>
          <a:p>
            <a:r>
              <a:t>• При температуре ниже паспортной и при неисправности крана или оснастки работу прекращают.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Ключевой вывод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запомнить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24912"/>
            <a:ext cx="3310128" cy="290779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Работают только в безопасных условиях.</a:t>
            </a:r>
          </a:p>
          <a:p>
            <a:r>
              <a:t>• Простые нарушения чаще всего и приводят к тяжелым последствиям.</a:t>
            </a:r>
          </a:p>
          <a:p>
            <a:r>
              <a:t>• При опасности работу останавливают.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Не подтаскивай груз краном и не делай рывков.</a:t>
            </a:r>
          </a:p>
          <a:p>
            <a:r>
              <a:t>• Не исправляй строповку под висящим грузом.</a:t>
            </a:r>
          </a:p>
          <a:p>
            <a:r>
              <a:t>• Не работай без понятной схемы, ППР или организации работ.</a:t>
            </a:r>
          </a:p>
          <a:p>
            <a:r>
              <a:t>• Не опускай груз, если люди находятся в кузове или в кабине.</a:t>
            </a:r>
          </a:p>
          <a:p>
            <a:r>
              <a:t>• Не перемещай стрелу над кабиной автомобиля.</a:t>
            </a:r>
          </a:p>
          <a:p>
            <a:r>
              <a:t>• Не работай без установки всех выносных опор.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прекращаем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ясна организация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для людей и оборудования.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Погода, видимость или состояние крана не позволяют работать безопасно.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03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запреты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запрещено.</a:t>
            </a:r>
          </a:p>
          <a:p>
            <a:r>
              <a:t>• Почему это опасно.</a:t>
            </a:r>
          </a:p>
          <a:p>
            <a:r>
              <a:t>• Когда работу нужно остановить.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Груз подают только при понятной траектории и безопасной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Показать проем, стесненное место и кран у канавы или котлована.</a:t>
            </a:r>
          </a:p>
          <a:p>
            <a:r>
              <a:t>• Здесь важнее схема и логика подачи груза, чем видео.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Можно добавить интерактив: выбрать безопасную схему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Какая схема и какой документ ведут операцию.</a:t>
            </a:r>
          </a:p>
          <a:p>
            <a:r>
              <a:t>• Где проходит маршрут и где нужен зазор не менее 500 мм.</a:t>
            </a:r>
          </a:p>
          <a:p>
            <a:r>
              <a:t>• Где проходит зона у поворотной части и выдержан ли зазор не менее 1 м.</a:t>
            </a:r>
          </a:p>
          <a:p>
            <a:r>
              <a:t>• Где может стоять кран, если рядом канава, котлован или опасная граница.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Не действуй самовольно.</a:t>
            </a:r>
          </a:p>
          <a:p>
            <a:r>
              <a:t>• Если стропальщиков несколько, команды крановщику подает один назначенный участник.</a:t>
            </a:r>
          </a:p>
          <a:p>
            <a:r>
              <a:t>• Не заменяй схему опытом.</a:t>
            </a:r>
          </a:p>
          <a:p>
            <a:r>
              <a:t>• Не начинай работу при неясном порядке и неясной роли участников.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понятно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По какой схеме идет операция.</a:t>
            </a:r>
          </a:p>
          <a:p>
            <a:r>
              <a:t>• Где проходит маршрут и опасные границы.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ЛЭП - особая опасность.</a:t>
            </a:r>
          </a:p>
          <a:p>
            <a:r>
              <a:t>• Нужны специальные меры безопасности и понятные дистанции.</a:t>
            </a:r>
          </a:p>
          <a:p>
            <a:r>
              <a:t>• Работу рядом с ЛЭП не ведут по обычной схеме и не оценивают на глаз.</a:t>
            </a:r>
          </a:p>
          <a:p>
            <a: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Кран рядом с ЛЭП.</a:t>
            </a:r>
          </a:p>
          <a:p>
            <a:r>
              <a:t>• Зона риска и решение стоп.</a:t>
            </a:r>
          </a:p>
          <a:p>
            <a:r>
              <a:t>• Работу рядом с ЛЭП не оценивают на глаз.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5824728"/>
            <a:ext cx="166420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299008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Далее: блок "5-6 разряд"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За организацию и безопасность отвечает назначенное ответственное лицо.</a:t>
            </a:r>
          </a:p>
          <a:p>
            <a:r>
              <a:t>• Бригада работает по единой схеме и под единым управлением.</a:t>
            </a:r>
          </a:p>
          <a:p>
            <a:r>
              <a:t>• Если стропальщиков несколько, сигнал крановщику подает один назначенный участник.</a:t>
            </a:r>
          </a:p>
          <a:p>
            <a:r>
              <a:t>• Будущий старший стропальщик держит в поле зрения роли, маршрут, ограничения и очередность.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роли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724912"/>
            <a:ext cx="25328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Ответственный за работы.</a:t>
            </a:r>
          </a:p>
          <a:p>
            <a:r>
              <a:t>• Старший стропальщик.</a:t>
            </a:r>
          </a:p>
          <a:p>
            <a:r>
              <a:t>• Крановщик.</a:t>
            </a:r>
          </a:p>
          <a:p>
            <a:r>
              <a:t>• Стропальщики.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Уточняет массу, схему, центр тяжести и маршрут.</a:t>
            </a:r>
          </a:p>
          <a:p>
            <a:r>
              <a:t>• Проверяет ППР, техкарту и обязательную рабочую схему.</a:t>
            </a:r>
          </a:p>
          <a:p>
            <a:r>
              <a:t>• Сверяет оснастку, подкладки, оттяжки, проходы и место установки.</a:t>
            </a:r>
          </a:p>
          <a:p>
            <a:r>
              <a:t>• До начала подъема распределяет роли и проверяет место приема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собрать до начала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Масса, схема, центр тяжести и маршрут.</a:t>
            </a:r>
          </a:p>
          <a:p>
            <a:r>
              <a:t>• Оснастка, подкладки, оттяжки и место приема груза.</a:t>
            </a:r>
          </a:p>
          <a:p>
            <a:r>
              <a:t>• Распределение ролей.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Для сложной операции нужны ППР или техкарта, если они обязательны.</a:t>
            </a:r>
          </a:p>
          <a:p>
            <a:r>
              <a:t>• Бригаде должны быть понятны схема строповки, маршрут и меры безопасности.</a:t>
            </a:r>
          </a:p>
          <a:p>
            <a:r>
              <a:t>• Роли участников назначают заранее: ответственный, крановщик, стропальщики, при необходимости старший.</a:t>
            </a:r>
          </a:p>
          <a:p>
            <a:r>
              <a:t>• Для специальных условий проверяют, нужен ли наряд-допуск и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блок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оформлено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ППР или техкарта.</a:t>
            </a:r>
          </a:p>
          <a:p>
            <a:r>
              <a:t>• Схема строповки и перемещения.</a:t>
            </a:r>
          </a:p>
          <a:p>
            <a:r>
              <a:t>• Роли участников.</a:t>
            </a:r>
          </a:p>
          <a:p>
            <a:r>
              <a:t>• При необходимости наряд-допуск и инструктаж.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Разъясняют схему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Все участники понимают способ строповки, маршрут, точки приема и ограничения.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особенно важно для будущего старшего стропальщика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Заранее видеть, где операция может выйти из расчетной схемы: перекос, разворот, помеха, несогласованные действия.</a:t>
            </a:r>
          </a:p>
          <a:p>
            <a:r>
              <a:t>• Собирать подъем как управляемую последовательность, а не как набор отдельных действий.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68503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сложный подъем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Разъясняют схему.</a:t>
            </a:r>
          </a:p>
          <a:p>
            <a:r>
              <a:t>• Готовят площадку.</a:t>
            </a:r>
          </a:p>
          <a:p>
            <a:r>
              <a:t>• Согласуют команды.</a:t>
            </a:r>
          </a:p>
          <a:p>
            <a:r>
              <a:t>• Ведут подъем без самовольных изменений.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Можно добавить интерактив: расставить этапы по порядку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Надежность строповки и равномерность нагрузки.</a:t>
            </a:r>
          </a:p>
          <a:p>
            <a:r>
              <a:t>• Нет ли перекоса, разворота и раскачивания.</a:t>
            </a:r>
          </a:p>
          <a:p>
            <a:r>
              <a:t>• Нет ли помех по траектории и понятен ли дальнейший путь груза.</a:t>
            </a:r>
          </a:p>
          <a:p>
            <a:r>
              <a:t>• Если груз сразу уходит в перекос или разворот,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Здесь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короткое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Контрольный подъем на малую высоту.</a:t>
            </a:r>
          </a:p>
          <a:p>
            <a:r>
              <a:t>• Отметить перекос, разворот, помеху и решение стоп.</a:t>
            </a:r>
          </a:p>
          <a:p>
            <a:r>
              <a:t>• Если видео нет, собрать псевдовидео из 4 кадров.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Работа у ЛЭП идет по наряду-допуску и под руководством ответственного лица.</a:t>
            </a:r>
          </a:p>
          <a:p>
            <a:r>
              <a:t>• Место установки крана, безопасную зону и порядок действий определяют заранее.</a:t>
            </a:r>
          </a:p>
          <a:p>
            <a:r>
              <a:t>• Кран нельзя самовольно ставить или переставлять ближе к ЛЭП.</a:t>
            </a:r>
          </a:p>
          <a:p>
            <a:r>
              <a:t>• Старший стропальщик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выбором ситуации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Показать точку установки, безопасную зону и порядок допуска.</a:t>
            </a:r>
          </a:p>
          <a:p>
            <a:r>
              <a:t>• Подходит интерактив: можно / нельзя по ситуациям у ЛЭП.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Интерактив: можно / нельзя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Видит в основном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Хорошо исполняет указания.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Следит прежде всего за своей строповкой.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Реже замечает организационные риски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Опорное сравнение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отличает будущего старшего стропальщика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724912"/>
            <a:ext cx="22585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Видит операцию целиком.</a:t>
            </a:r>
          </a:p>
          <a:p>
            <a:r>
              <a:t>• Заранее собирает роли, маршрут и контрольные точки.</a:t>
            </a:r>
          </a:p>
          <a:p>
            <a:r>
              <a:t>• Замечает организационный риск до ошибки в строповке.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Нет безопасных условий.</a:t>
            </a:r>
          </a:p>
          <a:p>
            <a:r>
              <a:t>• Не ясны дистанции и границы безопасной зоны.</a:t>
            </a:r>
          </a:p>
          <a:p>
            <a:r>
              <a:t>• Есть риск опасного приближения к токоведущим частям.</a:t>
            </a:r>
          </a:p>
          <a:p>
            <a: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24912"/>
            <a:ext cx="5047488" cy="331927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Стоп-условия у ЛЭП.</a:t>
            </a:r>
          </a:p>
          <a:p>
            <a:r>
              <a:t>• Опасное сближение и запреты.</a:t>
            </a:r>
          </a:p>
          <a:p>
            <a:r>
              <a:t>• Учебный кейс без реальной опасной съемки.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3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разбора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собрать кейс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произошло.</a:t>
            </a:r>
          </a:p>
          <a:p>
            <a:r>
              <a:t>• Какое правило нарушили.</a:t>
            </a:r>
          </a:p>
          <a:p>
            <a:r>
              <a:t>• Где работу нужно было остановить.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Где проходит опасная зона.</a:t>
            </a:r>
          </a:p>
          <a:p>
            <a:r>
              <a:t>• Как распознать опасную обстановку.</a:t>
            </a:r>
          </a:p>
          <a:p>
            <a:r>
              <a:t>• Когда работу нужно остановить.</a:t>
            </a:r>
          </a:p>
          <a:p>
            <a:r>
              <a:t>• Правило 1 м у поворотной части и запрет работы при плохой погоде, плохой видимости и неисправности.</a:t>
            </a:r>
          </a:p>
          <a:p>
            <a:r>
              <a:t>• Что меняется рядом с ЛЭП и в блоке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Вопросы по опасной зоне, правилу 1 м, погодным стоп-условиям, ЛЭП и усилению 5-6.</a:t>
            </a:r>
          </a:p>
          <a:p>
            <a:r>
              <a:t>• Ошибки должны вести в разбор причин, а не только к правильному ответу.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Видеть опасную зону до начала перемещения.</a:t>
            </a:r>
          </a:p>
          <a:p>
            <a:r>
              <a:t>• Не работать в неясных и неорганизованных условиях.</a:t>
            </a:r>
          </a:p>
          <a:p>
            <a:r>
              <a:t>• Останавливать работу при риске до происшествия.</a:t>
            </a:r>
          </a:p>
          <a:p>
            <a:r>
              <a:t>• Понимать особый порядок у ЛЭП и организацию сложного подъема для 5-6 разряда.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ориентир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унести из блока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r>
              <a:t>• Опасную зону читают заранее.</a:t>
            </a:r>
          </a:p>
          <a:p>
            <a:r>
              <a:t>• Не работают в неясных условиях.</a:t>
            </a:r>
          </a:p>
          <a:p>
            <a:r>
              <a:t>• У ЛЭП действует особый порядок.</a:t>
            </a:r>
          </a:p>
          <a:p>
            <a:r>
              <a:t>• Для 5-6 разряда сложный подъем заранее организуют.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