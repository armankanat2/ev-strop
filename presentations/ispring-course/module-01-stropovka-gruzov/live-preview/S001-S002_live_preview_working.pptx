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1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Титульный экран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B36"/>
                </a:solidFill>
              </a:rPr>
              <a:t>ЭВ Стропальщик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5A89"/>
                </a:solidFill>
              </a:rPr>
              <a:t>Стропальщик 2-4 разряда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848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E7436"/>
                </a:solidFill>
              </a:rPr>
              <a:t>Стропальщик 5-6 разряда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6060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Практический курс по безопасной работе с грузами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218688"/>
            <a:ext cx="566928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212B36"/>
                </a:solidFill>
              </a:rPr>
              <a:t>Базовая часть курса - для 2-4 разряда. Для 5-6 разряда открывайте дополнительные блоки.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658368"/>
            <a:ext cx="4965192" cy="6199632"/>
          </a:xfrm>
          <a:prstGeom prst="rect">
            <a:avLst/>
          </a:prstGeom>
          <a:solidFill>
            <a:srgbClr val="537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Живая demo-сборка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4069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Сейчас можно посмотреть:
• S001 титул
• S002 экран выбора
• S002-P01 видеоинструкция
• S002-P02 словарь терминов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612648" y="4709160"/>
            <a:ext cx="2377440" cy="566928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НАЧАТЬ КУРС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2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 и глосарий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вводный экран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Выберите, что открыть:</a:t>
            </a:r>
          </a:p>
        </p:txBody>
      </p:sp>
      <p:sp>
        <p:nvSpPr>
          <p:cNvPr id="7" name="Rounded Rectangle 6">
            <a:hlinkClick r:id="rId2" action="ppaction://hlinksldjump"/>
          </p:cNvPr>
          <p:cNvSpPr/>
          <p:nvPr/>
        </p:nvSpPr>
        <p:spPr>
          <a:xfrm>
            <a:off x="64008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21208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Видеоинструкция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навигация по курсу.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ознакомьтесь.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S002-P01.</a:t>
            </a:r>
          </a:p>
        </p:txBody>
      </p:sp>
      <p:sp>
        <p:nvSpPr>
          <p:cNvPr id="10" name="Rounded Rectangle 9">
            <a:hlinkClick r:id="rId3" action="ppaction://hlinksldjump"/>
          </p:cNvPr>
          <p:cNvSpPr/>
          <p:nvPr/>
        </p:nvSpPr>
        <p:spPr>
          <a:xfrm>
            <a:off x="630936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60" y="150876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прочтите.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Термины вынесены в отдельный подвал.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S002-P02.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1600200" y="4572000"/>
            <a:ext cx="3246120" cy="56692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S002-P01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7269480" y="4572000"/>
            <a:ext cx="324612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2-P0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4389120" cy="3520440"/>
          </a:xfrm>
          <a:prstGeom prst="roundRect">
            <a:avLst/>
          </a:prstGeom>
          <a:solidFill>
            <a:srgbClr val="E0E8EF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22B42"/>
                </a:solidFill>
              </a:rPr>
              <a:t>Здесь будет видеоролик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88620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b="0" smtClean="0">
                <a:solidFill>
                  <a:srgbClr val="212B36"/>
                </a:solidFill>
              </a:rPr>
              <a:t>Рабочая озвучка уже подготовлена:
S002-P01_ozvuchka_55_sec_stress_2026-06-20.mp3</a:t>
            </a:r>
            <a:endParaRPr sz="1700" b="0">
              <a:solidFill>
                <a:srgbClr val="212B36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4068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Что должен понять слушатель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645920"/>
            <a:ext cx="54864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94960" y="1645920"/>
            <a:ext cx="548640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Коротко о логике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560320"/>
            <a:ext cx="49743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Курс интерактивный.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Темы идут по порядку.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тем и блоков будут тесты.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 кнопкам открывайте пояснения.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просмотра вернитесь в курс.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2-P0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530352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Левая колонка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94560"/>
            <a:ext cx="47914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Стропальщик - рабочий, который выполняет строповку груза.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 - грузозахватное средство.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Строповка - способ обвязки и зацепки.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30352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Правая колонка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194560"/>
            <a:ext cx="47914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Груз - предмет или конструкция для подъема.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Грузозахватное приспособление - устройство для захвата груза.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СИЗ - средства индивидуальной защиты.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202</Words>
  <Application>Microsoft Office PowerPoint</Application>
  <PresentationFormat>Произвольный</PresentationFormat>
  <Paragraphs>49</Paragraphs>
  <Slides>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CodexSandboxOffline</cp:lastModifiedBy>
  <cp:revision>3</cp:revision>
  <dcterms:created xsi:type="dcterms:W3CDTF">2013-01-27T09:14:16Z</dcterms:created>
  <dcterms:modified xsi:type="dcterms:W3CDTF">2026-06-20T13:02:26Z</dcterms:modified>
  <cp:category/>
</cp:coreProperties>
</file>