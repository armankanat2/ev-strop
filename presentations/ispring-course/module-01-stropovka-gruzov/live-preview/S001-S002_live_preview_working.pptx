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001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Титульный экран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B36"/>
                </a:solidFill>
              </a:rPr>
              <a:t>ЭВ Стропальщик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783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65A89"/>
                </a:solidFill>
              </a:rPr>
              <a:t>Стропальщик 2-4 разряда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8483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E7436"/>
                </a:solidFill>
              </a:rPr>
              <a:t>Стропальщик 5-6 разряда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6060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Практический курс по безопасной работе с грузами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3218688"/>
            <a:ext cx="566928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>
                <a:solidFill>
                  <a:srgbClr val="212B36"/>
                </a:solidFill>
              </a:rPr>
              <a:t>Базовая часть курса - для 2-4 разряда. Для 5-6 разряда открывайте дополнительные блоки.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658368"/>
            <a:ext cx="4965192" cy="6199632"/>
          </a:xfrm>
          <a:prstGeom prst="rect">
            <a:avLst/>
          </a:prstGeom>
          <a:solidFill>
            <a:srgbClr val="5377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Живая demo-сборка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645920"/>
            <a:ext cx="4069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Сейчас можно посмотреть:
• S001 титул
• S002 экран выбора
• S002-P01 видеоинструкция
• S002-P02 словарь терминов</a:t>
            </a:r>
          </a:p>
        </p:txBody>
      </p:sp>
      <p:sp>
        <p:nvSpPr>
          <p:cNvPr id="13" name="Rounded Rectangle 12">
            <a:hlinkClick r:id="rId2" action="ppaction://hlinksldjump"/>
          </p:cNvPr>
          <p:cNvSpPr/>
          <p:nvPr/>
        </p:nvSpPr>
        <p:spPr>
          <a:xfrm>
            <a:off x="612648" y="4709160"/>
            <a:ext cx="2377440" cy="566928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НАЧАТЬ КУРС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002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Видеоинструкция по курсу и глосарий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вводный экран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Выберите, что открыть:</a:t>
            </a:r>
          </a:p>
        </p:txBody>
      </p:sp>
      <p:sp>
        <p:nvSpPr>
          <p:cNvPr id="7" name="Rounded Rectangle 6">
            <a:hlinkClick r:id="rId2" action="ppaction://hlinksldjump"/>
          </p:cNvPr>
          <p:cNvSpPr/>
          <p:nvPr/>
        </p:nvSpPr>
        <p:spPr>
          <a:xfrm>
            <a:off x="640080" y="1508760"/>
            <a:ext cx="52120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21208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Видеоинструкция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23160"/>
            <a:ext cx="47000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Это навигация по курсу.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Откройте и ознакомьтесь.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Переход в подвал S002-P01.</a:t>
            </a:r>
          </a:p>
        </p:txBody>
      </p:sp>
      <p:sp>
        <p:nvSpPr>
          <p:cNvPr id="10" name="Rounded Rectangle 9">
            <a:hlinkClick r:id="rId3" action="ppaction://hlinksldjump"/>
          </p:cNvPr>
          <p:cNvSpPr/>
          <p:nvPr/>
        </p:nvSpPr>
        <p:spPr>
          <a:xfrm>
            <a:off x="6309360" y="1508760"/>
            <a:ext cx="52120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09360" y="150876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Словарь терминов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423160"/>
            <a:ext cx="47000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Откройте и прочтите.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Термины вынесены в отдельный подвал.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Переход в подвал S002-P02.</a:t>
            </a:r>
          </a:p>
        </p:txBody>
      </p:sp>
      <p:sp>
        <p:nvSpPr>
          <p:cNvPr id="13" name="Rounded Rectangle 12">
            <a:hlinkClick r:id="rId2" action="ppaction://hlinksldjump"/>
          </p:cNvPr>
          <p:cNvSpPr/>
          <p:nvPr/>
        </p:nvSpPr>
        <p:spPr>
          <a:xfrm>
            <a:off x="1600200" y="4572000"/>
            <a:ext cx="3246120" cy="56692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S002-P01</a:t>
            </a:r>
          </a:p>
        </p:txBody>
      </p:sp>
      <p:sp>
        <p:nvSpPr>
          <p:cNvPr id="14" name="Rounded Rectangle 13">
            <a:hlinkClick r:id="rId3" action="ppaction://hlinksldjump"/>
          </p:cNvPr>
          <p:cNvSpPr/>
          <p:nvPr/>
        </p:nvSpPr>
        <p:spPr>
          <a:xfrm>
            <a:off x="7269480" y="4572000"/>
            <a:ext cx="3246120" cy="56692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S002-P02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002-P0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Видеоинструкция по курсу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S002-P01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4389120" cy="3520440"/>
          </a:xfrm>
          <a:prstGeom prst="roundRect">
            <a:avLst/>
          </a:prstGeom>
          <a:solidFill>
            <a:srgbClr val="E0E8EF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22B42"/>
                </a:solidFill>
              </a:rPr>
              <a:t>Здесь будет видеоролик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886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12B36"/>
                </a:solidFill>
              </a:rPr>
              <a:t>Рабочая озвучка уже подготовлена:
S002-P01_ozvuchka_osnovnaya.mp3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Что должен понять слушатель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1645920"/>
            <a:ext cx="54864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394960" y="1645920"/>
            <a:ext cx="548640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Коротко о логике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2560320"/>
            <a:ext cx="497433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Курс интерактивный.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Темы идут по порядку.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После тем и блоков будут тесты.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 кнопкам открывайте пояснения.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После просмотра вернитесь в курс.</a:t>
            </a:r>
          </a:p>
        </p:txBody>
      </p:sp>
      <p:sp>
        <p:nvSpPr>
          <p:cNvPr id="13" name="Rounded Rectangle 12">
            <a:hlinkClick r:id="rId2" action="ppaction://hlinksldjump"/>
          </p:cNvPr>
          <p:cNvSpPr/>
          <p:nvPr/>
        </p:nvSpPr>
        <p:spPr>
          <a:xfrm>
            <a:off x="8366760" y="5989320"/>
            <a:ext cx="2788920" cy="457200"/>
          </a:xfrm>
          <a:prstGeom prst="roundRect">
            <a:avLst/>
          </a:prstGeom>
          <a:solidFill>
            <a:srgbClr val="122B42"/>
          </a:solidFill>
          <a:ln>
            <a:solidFill>
              <a:srgbClr val="12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 К КУРСУ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002-P0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Словарь терминов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S002-P02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530352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Левая колонка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94560"/>
            <a:ext cx="47914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Стропальщик - рабочий, который выполняет строповку груза.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 - грузозахватное средство.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Строповка - способ обвязки и зацепки.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30352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Правая колонка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2194560"/>
            <a:ext cx="47914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Груз - предмет или конструкция для подъема.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Грузозахватное приспособление - устройство для захвата груза.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СИЗ - средства индивидуальной защиты.</a:t>
            </a:r>
          </a:p>
        </p:txBody>
      </p:sp>
      <p:sp>
        <p:nvSpPr>
          <p:cNvPr id="12" name="Rounded Rectangle 11">
            <a:hlinkClick r:id="rId2" action="ppaction://hlinksldjump"/>
          </p:cNvPr>
          <p:cNvSpPr/>
          <p:nvPr/>
        </p:nvSpPr>
        <p:spPr>
          <a:xfrm>
            <a:off x="8366760" y="5989320"/>
            <a:ext cx="2788920" cy="457200"/>
          </a:xfrm>
          <a:prstGeom prst="roundRect">
            <a:avLst/>
          </a:prstGeom>
          <a:solidFill>
            <a:srgbClr val="122B42"/>
          </a:solidFill>
          <a:ln>
            <a:solidFill>
              <a:srgbClr val="12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 К КУРСУ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202</Words>
  <Application>Microsoft Office PowerPoint</Application>
  <PresentationFormat>Произвольный</PresentationFormat>
  <Paragraphs>49</Paragraphs>
  <Slides>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CodexSandboxOffline</cp:lastModifiedBy>
  <cp:revision>2</cp:revision>
  <dcterms:created xsi:type="dcterms:W3CDTF">2013-01-27T09:14:16Z</dcterms:created>
  <dcterms:modified xsi:type="dcterms:W3CDTF">2026-06-20T12:07:25Z</dcterms:modified>
  <cp:category/>
</cp:coreProperties>
</file>