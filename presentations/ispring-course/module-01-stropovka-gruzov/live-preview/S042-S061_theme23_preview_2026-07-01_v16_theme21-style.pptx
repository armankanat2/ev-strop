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Тема 2.3. Производство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Опасная зона, запреты, специальные условия, ЛЭП и усиление 5-6.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491032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входит в блок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4910328" cy="27157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читать пространство работ и где проходит опасная зона.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Какие простые нарушения чаще всего приводят к тяжелым последствиям.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Почему специальные условия и ЛЭП требуют отдельного порядка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611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25896" y="1947672"/>
            <a:ext cx="504748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06040"/>
            <a:ext cx="5047488" cy="2706624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Рабочая площадка, кран и траектория груза.</a:t>
            </a:r>
          </a:p>
          <a:p>
            <a:r>
              <a:t>• Контур опасной зоны.</a:t>
            </a:r>
          </a:p>
          <a:p>
            <a:r>
              <a:t>• Безопасная организация пространства без перегруза деталями.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Что будет в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Маршрут блока: от опасной зоны и запретов к ЛЭП, сложным подъемам и разбору нарушений.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11810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606040"/>
            <a:ext cx="311810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Опасная зона и границы риска на площадке.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148840"/>
            <a:ext cx="311810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606040"/>
            <a:ext cx="311810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Требования безопасности и обязательные запреты.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0" y="182880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80" y="182880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2148840"/>
            <a:ext cx="343814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606040"/>
            <a:ext cx="343814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Специальные условия и организация работ по схеме.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3657600"/>
            <a:ext cx="311810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114800"/>
            <a:ext cx="311810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Базовые правила работы стреловыми кранами вблизи ЛЭП.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452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3657600"/>
            <a:ext cx="311810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4114800"/>
            <a:ext cx="311810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Усиление 5-6: руководство операцией, документы, сложный подъем и работа у ЛЭП.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333756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26680" y="333756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3640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6408" y="3657600"/>
            <a:ext cx="343814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6408" y="4114800"/>
            <a:ext cx="343814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Разбор нарушений и промежуточная проверка.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892040"/>
            <a:ext cx="329184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892040"/>
            <a:ext cx="32918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37576" y="5010912"/>
            <a:ext cx="3035808" cy="47548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Шесть шагов подтемы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7576" y="5632704"/>
            <a:ext cx="3035808" cy="457200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Сначала опасная зона.</a:t>
            </a:r>
          </a:p>
          <a:p>
            <a:r>
              <a:t>• Затем запреты и специальные условия.</a:t>
            </a:r>
          </a:p>
          <a:p>
            <a:r>
              <a:t>• Далее работа у ЛЭП, усиление 5-6 и проверка понимания.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1. Опасная зона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опасная зона должна быть определена заранее, а не по месту.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504748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понять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50474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Опасная зона есть всегда.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Ее определяют до начала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Под грузом и в зоне возможного падения находиться нельзя.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Границы риска зависят и от груза, и от площадки, и от расположения крана.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7947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7336" y="1947672"/>
            <a:ext cx="495604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606040"/>
            <a:ext cx="4956048" cy="2889504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Площадка, кран и груз.</a:t>
            </a:r>
          </a:p>
          <a:p>
            <a:r>
              <a:t>• Границы опасной зоны.</a:t>
            </a:r>
          </a:p>
          <a:p>
            <a:r>
              <a:t>• Ограждения и знаки безопасности.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Как читать опасную зону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Расширение по Игумнову: ППРк, стройгенплан, ограждения и знаки.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Подвал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зона показана в ППРк и на стройгенплане.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обозначены ограждения и знаки безопасности.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люди, проходы, техника и точки возможного падения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Можно ли считать расположение крана и груза безопасным.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24912"/>
            <a:ext cx="5047488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ППРк -&gt; стройгенплан -&gt; ограждения -&gt; проходы)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разметка опасной зоны с пояснениями)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учебная площадка с комментариями)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1. Как понимать опасную обстановку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Опасность складывается из траектории, раскачивания, помех и людей вокруг.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500176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На что смотреть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5001768" cy="285292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Смотри на траекторию груза, а не только на точку зацепки.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Учитывай возможное раскачивание и разворот.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Если груз проходит над препятствиями, нужен зазор не менее 500 мм.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Проверяй ограниченное пространство, проемы и помехи.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Думай о людях вокруг и о том, куда они могут попасть.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242316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242316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1947672"/>
            <a:ext cx="216712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Короткий чек-лист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606040"/>
            <a:ext cx="2167128" cy="285292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Траектория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Раскачивание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Помехи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Люди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828800"/>
            <a:ext cx="2651760" cy="37490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1828800"/>
            <a:ext cx="26517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77656" y="1947672"/>
            <a:ext cx="239572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помогает увидеть риск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7656" y="2606040"/>
            <a:ext cx="2395728" cy="2843783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Траектория груза.</a:t>
            </a:r>
          </a:p>
          <a:p>
            <a:r>
              <a:t>• Возможное раскачивание и разворот.</a:t>
            </a:r>
          </a:p>
          <a:p>
            <a:r>
              <a:t>• Помехи и люди в зоне.</a:t>
            </a:r>
          </a:p>
          <a:p>
            <a:r>
              <a:t>• Зазор не менее 500 мм над препятствием.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Требования безопасности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Базовые правила и запреты образуют один обязательный рабочий блок.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321868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Базовые требования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3218688" cy="303580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Работай только в безопасных условиях.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Соблюдай организацию работ и указания ответственных лиц.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При плохой видимости или сложной связи работай через назначенного сигнальщика.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Работы не начинают и прекращают при сильном ветре, грозе, тумане, снегопаде и резком ухудшении видимости.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Работы прекращают, если температура ниже указанной в паспорте или если кран и грузозахватные приспособления неисправны.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продолжай операцию, если условия не ясны.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828800"/>
            <a:ext cx="329184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828800"/>
            <a:ext cx="329184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8536" y="1947672"/>
            <a:ext cx="303580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подчеркивает Игумнов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606040"/>
            <a:ext cx="3035808" cy="303580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Большинство тяжелых происшествий связано с нарушением простых правил.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Любые ускоряющие приемы обычно и создают риск.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Стропальщик обязан остановить работу при опасности.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828800"/>
            <a:ext cx="3566160" cy="39319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1828800"/>
            <a:ext cx="35661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63256" y="1947672"/>
            <a:ext cx="331012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нужно запомнить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606040"/>
            <a:ext cx="3310128" cy="3026664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Работают только в безопасных условиях.</a:t>
            </a:r>
          </a:p>
          <a:p>
            <a:r>
              <a:t>• Простые нарушения чаще всего и приводят к тяжелым последствиям.</a:t>
            </a:r>
          </a:p>
          <a:p>
            <a:r>
              <a:t>• При опасности работу останавливают.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Что запрещено и когда работу нужно остановить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Без понятной схемы, без безопасных условий и с опасными приемами работу не ведут.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75488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7548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449884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запрещено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4498848" cy="29443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Подтаскивать груз краном и делать рывки.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Исправлять строповку под висящим грузом.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Работать без понятной схемы, ППР или организации работ.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Оставлять людей в опасной зоне, в кузове машины или в кабине при опускании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Перемещать стрелу над кабиной автомобиля.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Работать без установки всех выносных опор.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828800"/>
            <a:ext cx="1828800" cy="640080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1901952"/>
            <a:ext cx="1645920" cy="49377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При опасности — стоп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651760"/>
            <a:ext cx="1828800" cy="3017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680" y="2651760"/>
            <a:ext cx="1828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68696" y="2770632"/>
            <a:ext cx="157276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Когда прекращаем работу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3429000"/>
            <a:ext cx="1572768" cy="212140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 ясна организация работ.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Есть риск для людей и оборудования.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Погода, видимость или состояние крана не позволяют работать безопасно.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1828800"/>
            <a:ext cx="3749039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828800"/>
            <a:ext cx="3749039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0376" y="1947672"/>
            <a:ext cx="3493007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читать запреты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2606040"/>
            <a:ext cx="3493007" cy="2935224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Что запрещено.</a:t>
            </a:r>
          </a:p>
          <a:p>
            <a:r>
              <a:t>• Почему это опасно.</a:t>
            </a:r>
          </a:p>
          <a:p>
            <a:r>
              <a:t>• Когда работу нужно остановить.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Подвал. Запрещенные действия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Карточка в формате нельзя / почему опасно.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Запрет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Нельзя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Подтаскивать груз краном.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Исправлять строповку под висящим грузом.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Продолжать работу при людях в опасной зоне.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Импровизировать без понятной схемы и организации.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Разбор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опасно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97480"/>
            <a:ext cx="50474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Рывки и боковые усилия выводят груз из расчетной схемы.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Под грузом и рядом с ним риск для людей становится мгновенным.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схемы и организации стропальщик начинает действовать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Любой такой прием должен закончиться остановкой работ.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3. Специальные условия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Проемы, балконы, стесненные места и подача груза в сложной обстановке.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25526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Проемы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606040"/>
            <a:ext cx="3255264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Груз подают только при понятной траектории и безопасной организации.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7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7" y="2148840"/>
            <a:ext cx="325526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Балконы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7" y="2606040"/>
            <a:ext cx="3255264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Нельзя работать на глаз и без защищенного приема груза.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31927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566160"/>
            <a:ext cx="325526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Стесненные места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023360"/>
            <a:ext cx="3255264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Нужны точная схема, контроль помех и понятная роль каждого.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7" y="331927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7" y="3566160"/>
            <a:ext cx="325526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Канава или котлован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7" y="4023360"/>
            <a:ext cx="3255264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Положение крана и траекторию груза заранее сверяют со схемой площадки.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828800"/>
            <a:ext cx="3154680" cy="352044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828800"/>
            <a:ext cx="31546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4736" y="1947672"/>
            <a:ext cx="2898648" cy="47548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Лучше схема с озвучкой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2569464"/>
            <a:ext cx="2898648" cy="2651760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Показать проем, стесненное место и кран у канавы или котлована.</a:t>
            </a:r>
          </a:p>
          <a:p>
            <a:r>
              <a:t>• Здесь важнее схема и логика подачи груза, чем видео.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3. Технологические карты и организация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стропальщик работает не по памяти, а по схеме, ППР и понятному порядку.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481888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понятно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4818888" cy="299008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 какой схеме выполняется операция.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Какая роль у ППР и технологической карты.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Какой маршрут перемещения, кто его контролирует и где обеспечен зазор не менее 500 мм над препятствиями.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проходит запрещенная зона у поворотной части крана и обеспечен ли зазор не менее 1 м до строений, штабелей и конструкций.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может стоять кран, если рядом канава, котлован или другая опасная граница площадки.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Кто подает сигналы: стропальщик, сигнальщик или старший стропальщик.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Кто отвечает за организацию и безопасность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974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9748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4456" y="1947672"/>
            <a:ext cx="244144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Ключевой вывод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06040"/>
            <a:ext cx="2441448" cy="299008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Не действуй самовольно.</a:t>
            </a:r>
          </a:p>
          <a:p>
            <a:r>
              <a:t>• Если стропальщиков несколько, команды крановщику подает один назначенный участник.</a:t>
            </a:r>
          </a:p>
          <a:p>
            <a:r>
              <a:t>• Не заменяй схему опытом.</a:t>
            </a:r>
          </a:p>
          <a:p>
            <a:r>
              <a:t>• Не начинай работу при неясном порядке и неясной роли участников.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828800"/>
            <a:ext cx="24688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828800"/>
            <a:ext cx="24688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0536" y="1947672"/>
            <a:ext cx="221284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понятно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606040"/>
            <a:ext cx="2212848" cy="2980944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По какой схеме идет операция.</a:t>
            </a:r>
          </a:p>
          <a:p>
            <a:r>
              <a:t>• Где проходит маршрут и опасные границы.</a:t>
            </a:r>
          </a:p>
          <a:p>
            <a:r>
              <a:t>• Кто подает сигналы и кто отвечает за организацию работ.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4. Работа вблизи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даже без касания ЛЭП работа может быть смертельно опасной.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377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377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468172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знать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4681728" cy="29443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ЛЭП — особая опасность.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Нужны специальные меры безопасности и понятные дистанции.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Работу рядом с ЛЭП не ведут по обычной схеме и не оценивают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Если безопасные условия не разъяснены,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828800"/>
            <a:ext cx="237744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1828800"/>
            <a:ext cx="237744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51576" y="1947672"/>
            <a:ext cx="212140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Главная мысль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1576" y="2606040"/>
            <a:ext cx="2121408" cy="29443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действовать как обычно.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сомнении работу останавливают.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828800"/>
            <a:ext cx="3017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1828800"/>
            <a:ext cx="3017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5" y="1947672"/>
            <a:ext cx="276148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5" y="2606040"/>
            <a:ext cx="2761488" cy="2935224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Кран рядом с ЛЭП.</a:t>
            </a:r>
          </a:p>
          <a:p>
            <a:r>
              <a:t>• Зона риска и решение стоп.</a:t>
            </a:r>
          </a:p>
          <a:p>
            <a:r>
              <a:t>• Работу рядом с ЛЭП не оценивают на глаз.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ЛЭП: краткая памятка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Краткий справочный экран по зоне риска, допуску и прекращению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Памятка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Памятка стропальщику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474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 рядом с ЛЭП допускается только по специальному порядку.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Дистанции и границы безопасной зоны должны быть понятны всем участникам.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Без разъясненной схемы и специальных мер безопасности работу не начинать.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угрозе приближения к токоведущим частям — немедленно стоп.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28800"/>
            <a:ext cx="516636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221992"/>
            <a:ext cx="49103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статичная памятка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724912"/>
            <a:ext cx="491032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(слайд: зона риска у ЛЭП)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дистанции и запретные позиции)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(изображение: организованный порядок работ)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Кто руководит сложной операцией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Будущий старший стропальщик должен понимать общую схему руководства, а не только свою точку зацепки.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472744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Как устроено руководство операцией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4727448" cy="299008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 организацию и безопасное выполнение отвечает назначенное ответственное лицо.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В сложной операции бригада работает по единой схеме и под единым управлением.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Если стропальщиков несколько, команды крановщику подает один назначенный участник.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Будущий старший стропальщик держит в поле зрения всю операцию: роли, маршрут, ограничения и очередность действий.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1828800"/>
            <a:ext cx="25146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43016" y="1947672"/>
            <a:ext cx="225856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Кто есть кто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3016" y="2606040"/>
            <a:ext cx="2258568" cy="299008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Ответственный за работы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Крановщик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Стропальщики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Старший стропальщик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828800"/>
            <a:ext cx="27889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1828800"/>
            <a:ext cx="2788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1947672"/>
            <a:ext cx="253288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читать роли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2606040"/>
            <a:ext cx="2532888" cy="2980944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Ответственный за работы.</a:t>
            </a:r>
          </a:p>
          <a:p>
            <a:r>
              <a:t>• Старший стропальщик.</a:t>
            </a:r>
          </a:p>
          <a:p>
            <a:r>
              <a:t>• Крановщик.</a:t>
            </a:r>
          </a:p>
          <a:p>
            <a:r>
              <a:t>• Стропальщики.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Что старший стропальщик делает до начала подъема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До команды на подъем будущий старший стропальщик собирает операцию в рабочую систему.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481888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он проверяет заранее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4818888" cy="308152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Уточняет массу, схему строповки, центр тяжести и маршрут перемещения.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Проверяет ППР, технологическую карту или другую рабочую схему, если она обязательна для операции.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Сверяет, хватает ли оснастки, подкладок, оттяжек, проходов и места установки.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Проверяет, что место приема груза подготовлено так же, как место подъема.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 начала подъема распределяет роли: кто стропит, кто сопровождает, кто подает команды, кто контролирует прием груза.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539496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53949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4456" y="1947672"/>
            <a:ext cx="513892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собрать до начала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06040"/>
            <a:ext cx="5138928" cy="3072383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Масса, схема, центр тяжести и маршрут.</a:t>
            </a:r>
          </a:p>
          <a:p>
            <a:r>
              <a:t>• Оснастка, подкладки, оттяжки и место приема груза.</a:t>
            </a:r>
          </a:p>
          <a:p>
            <a:r>
              <a:t>• Распределение ролей.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Какие документы и роли обязательны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Сложную операцию нельзя держать только в голове: она должна быть оформлена и разъяснена участникам.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89204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892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463600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на руках и в понимании бригады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4636008" cy="308152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ППР или технологическая карта — если операция относится к сложным, ответственным или специально организуемым работам.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Схема строповки и перемещения груза, меры безопасности и последовательность действий.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Назначенные роли: ответственный за безопасное производство работ, крановщик, стропальщики, при необходимости старший стропальщик.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Для специальных условий дополнительно проверяют, нужен ли наряд-допуск и отдельный инструктаж.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828800"/>
            <a:ext cx="23317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828800"/>
            <a:ext cx="23317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05856" y="1947672"/>
            <a:ext cx="207568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Документы не заменяют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2606040"/>
            <a:ext cx="2075688" cy="308152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Опыт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Привычка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Устные договоренности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Импровизация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306324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828800"/>
            <a:ext cx="30632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6" y="1947672"/>
            <a:ext cx="280720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оформлено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606040"/>
            <a:ext cx="2807208" cy="3072383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ППР или техкарта.</a:t>
            </a:r>
          </a:p>
          <a:p>
            <a:r>
              <a:t>• Схема строповки и перемещения.</a:t>
            </a:r>
          </a:p>
          <a:p>
            <a:r>
              <a:t>• Роли участников.</a:t>
            </a:r>
          </a:p>
          <a:p>
            <a:r>
              <a:t>• При необходимости наряд-допуск и инструктаж.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 организуют сложный и ответственный подъем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 подчеркивает: чем сложнее операция, тем важнее не сила, а согласованность и точная последовательность.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234086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Разъясняют схему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606040"/>
            <a:ext cx="2340864" cy="5394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Все участники понимают способ строповки, маршрут, точки приема и ограничения.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148840"/>
            <a:ext cx="234086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Готовят площадку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606040"/>
            <a:ext cx="2340864" cy="5394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Проверяют проходы, место установки, ограждение опасной зоны, подкладки и помехи.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148840"/>
            <a:ext cx="234086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Согласуют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2606040"/>
            <a:ext cx="2340864" cy="5394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До начала работ всем понятны сигналы, очередность действий и единый канал управления.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1828800"/>
            <a:ext cx="24688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32520" y="1828800"/>
            <a:ext cx="246888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422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2148840"/>
            <a:ext cx="224942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Ведут подъем по схеме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2606040"/>
            <a:ext cx="2249424" cy="5394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 ходу операции не меняют схему и не ускоряют подъем рывками.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66160"/>
            <a:ext cx="5303520" cy="219456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566160"/>
            <a:ext cx="53035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368503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особенно важно для будущего старшего стропальщика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" y="4251960"/>
            <a:ext cx="5047488" cy="138988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Уметь заранее увидеть, где операция может выйти из расчетной схемы: разворот груза, перекос, помеха, несогласованные действия.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Собирать подъем как управляемую последовательность, а не как набор отдельных действий.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566160"/>
            <a:ext cx="5166360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356616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63056" y="3685032"/>
            <a:ext cx="4910328" cy="47548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читать сложный подъем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3056" y="4306824"/>
            <a:ext cx="4910328" cy="1325880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Разъясняют схему.</a:t>
            </a:r>
          </a:p>
          <a:p>
            <a:r>
              <a:t>• Готовят площадку.</a:t>
            </a:r>
          </a:p>
          <a:p>
            <a:r>
              <a:t>• Согласуют команды.</a:t>
            </a:r>
          </a:p>
          <a:p>
            <a:r>
              <a:t>• Ведут подъем без самовольных изменений.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Контрольный подъем и проверка перед перемещением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Перед основным перемещением груз не «сразу в путь»: сначала подтверждают устойчивость и правильность схемы.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481888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проверяют на контрольном подъеме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4818888" cy="299008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Надежность строповки и равномерность нагрузки.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Не уходит ли груз в перекос, разворот или нежелательное раскачивание.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Нет ли помех по траектории и понятно ли, как груз пойдет дальше.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Готова ли бригада сопровождать груз без входа в опасную зону.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Если груз сразу показывает перекос или разворот, основное перемещение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0604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06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4456" y="1947672"/>
            <a:ext cx="235000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важно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06040"/>
            <a:ext cx="2350008" cy="299008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Ошибку нужно выявить на контрольном подъеме, а не во время перемещения.</a:t>
            </a:r>
          </a:p>
          <a:p>
            <a:r>
              <a:t>• Именно здесь становится видно, верна ли схема в реальных условиях.</a:t>
            </a:r>
          </a:p>
          <a:p>
            <a:r>
              <a:t>• Контрольный подъем позволяет увидеть риск до основного перемещения.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1828800"/>
            <a:ext cx="25603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69096" y="1947672"/>
            <a:ext cx="230428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Лучше короткое видео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2606040"/>
            <a:ext cx="2304288" cy="2980944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Контрольный подъем на малую высоту.</a:t>
            </a:r>
          </a:p>
          <a:p>
            <a:r>
              <a:t>• Отметить перекос, разворот, помеху и решение стоп.</a:t>
            </a:r>
          </a:p>
          <a:p>
            <a:r>
              <a:t>• Если видео нет, собрать псевдовидео из 4 кадров.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Работа у ЛЭП: усиленный порядок и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У ЛЭП действует отдельный организационный режим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472744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усиливается по сравнению с базой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4727448" cy="308152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Работа у ЛЭП ведется по наряду-допуску и под непосредственным руководством ответственного лица.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Место установки крана, границы безопасной зоны и порядок действий определяют заранее и доводят до всех участников.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Кран нельзя самовольно устанавливать или переставлять ближе к ЛЭП.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Старший стропальщик в такой операции удерживает дисциплину схемы и не допускает самовольных изменений.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1947672"/>
            <a:ext cx="230428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контролируют особенно жестко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2606040"/>
            <a:ext cx="2304288" cy="308152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Допуск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Место установки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Сигналы и порядок действий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Запрет на работу «на глаз»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1828800"/>
            <a:ext cx="27432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58200" y="1828800"/>
            <a:ext cx="27432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86216" y="1947672"/>
            <a:ext cx="248716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Лучше схема с выбором ситуации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6" y="2606040"/>
            <a:ext cx="2487168" cy="3072383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Показать точку установки, безопасную зону и порядок допуска.</a:t>
            </a:r>
          </a:p>
          <a:p>
            <a:r>
              <a:t>• Подходит интерактив: можно / нельзя по ситуациям у ЛЭП.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Чем будущий старший стропальщик отличается от аккуратного исполнителя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Разница не в смелости, а в умении держать подъем как управляемую операцию.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491032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Будущий старший стропальщик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4910328" cy="308152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Читает операцию целиком, а не только свой участок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 начала подъема собирает роли, схему, маршрут и контрольные точки.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Замечает, где ошибка организации может превратиться в ошибку строповки или перемещения.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Умеет вести бригаду через понятную последовательность действий без суеты и самодеятельности.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256032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25896" y="1947672"/>
            <a:ext cx="230428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Аккуратный исполнитель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06040"/>
            <a:ext cx="2304288" cy="308152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Видит в основном свой участок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Хорошо исполняет указания.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Следит прежде всего за своей строповкой.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Реже замечает организационные риски заранее.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828800"/>
            <a:ext cx="25146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14816" y="1947672"/>
            <a:ext cx="225856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отличает будущего старшего стропальщика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2606040"/>
            <a:ext cx="2258568" cy="3072383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Видит операцию целиком.</a:t>
            </a:r>
          </a:p>
          <a:p>
            <a:r>
              <a:t>• Заранее собирает роли, маршрут и контрольные точки.</a:t>
            </a:r>
          </a:p>
          <a:p>
            <a:r>
              <a:t>• Замечает организационный риск до ошибки в строповке.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4. Когда работу нужно остановить из-за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При малейшем сомнении работа прекращается до уточнения безопасных условий.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057400" cy="658368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1952"/>
            <a:ext cx="1874520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Работа немедленно останавливается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97480"/>
            <a:ext cx="5166360" cy="347472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816352"/>
            <a:ext cx="491032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Стоп-условия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474720"/>
            <a:ext cx="4910328" cy="257860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 ясны дистанции и границы безопасной зоны.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Есть риск опасного приближения к токоведущим частям.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Схема работ не разъяснена участникам.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828800"/>
            <a:ext cx="5303520" cy="43434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25896" y="1947672"/>
            <a:ext cx="504748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2606040"/>
            <a:ext cx="5047488" cy="3438144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Стоп-условия у ЛЭП.</a:t>
            </a:r>
          </a:p>
          <a:p>
            <a:r>
              <a:t>• Опасное сближение и запреты.</a:t>
            </a:r>
          </a:p>
          <a:p>
            <a:r>
              <a:t>• Учебный кейс без реальной опасной съемки.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5. Разбор ЧП и нарушений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Разбор строится по трем вопросам: что произошло, что нарушили, как нужно было действовать.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07238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произошло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606040"/>
            <a:ext cx="3072384" cy="49377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Коротко фиксируем ситуацию, зону риска и исходные условия.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4290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5021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49040"/>
            <a:ext cx="307238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нарушили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206240"/>
            <a:ext cx="3072384" cy="49377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Показываем правило, которое было проигнорировано.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29200"/>
            <a:ext cx="329184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0292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51023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349240"/>
            <a:ext cx="3072384" cy="4023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Как правильно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5806440"/>
            <a:ext cx="3072384" cy="3657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Формулируем безопасный порядок действий.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1828800"/>
            <a:ext cx="297180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60" y="1828800"/>
            <a:ext cx="2971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51376" y="1947672"/>
            <a:ext cx="2715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важно в разборе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1376" y="2514600"/>
            <a:ext cx="2715768" cy="33101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искать виноватого, а разобрать логику риска.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Показывать, где операция должна была быть остановлена.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Связывать кейс с правилом из Игумнова.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828800"/>
            <a:ext cx="3977639" cy="41148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23760" y="1828800"/>
            <a:ext cx="3977639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6" y="1947672"/>
            <a:ext cx="3721607" cy="47548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собрать кейс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1776" y="2569464"/>
            <a:ext cx="3721607" cy="3246120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Что произошло.</a:t>
            </a:r>
          </a:p>
          <a:p>
            <a:r>
              <a:t>• Какое правило нарушили.</a:t>
            </a:r>
          </a:p>
          <a:p>
            <a:r>
              <a:t>• Где работу нужно было остановить.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Промежуточный тест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Проверка по опасной зоне, запретам, специальным условиям, ЛЭП и усилению 5-6.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500176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5001768" cy="29443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проходит опасная зона до начала работ.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понять опасную обстановку.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Когда работу нужно остановить.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Правило: не менее 1 м между поворотной частью крана и строениями, штабелями и конструкциями.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Когда работы запрещены из-за погоды, видимости, температуры и неисправности крана или оснастки.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Какой подход верен рядом с ЛЭП.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Чем для 5-6 разряда дополняются организация и контроль сложного подъема.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7336" y="1947672"/>
            <a:ext cx="495604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Тестовый экран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606040"/>
            <a:ext cx="4956048" cy="2935224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Вопросы по опасной зоне, правилу 1 м, погодным стоп-условиям, ЛЭП и усилению 5-6.</a:t>
            </a:r>
          </a:p>
          <a:p>
            <a:r>
              <a:t>• Ошибки должны вести в разбор причин, а не только к правильному ответу.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зона не определена до начала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Опасную зону определяют заранее.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До начала перемещения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Людей в этой зоне быть не должно.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этого работу начинать нельзя.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опасная зона на площадке)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обстановка оценивается слишком узко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Смотри не только на груз.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Оценивай траекторию.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Учитывай раскачивание и помехи.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Думай о людях вокруг.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(кейс-слайд: опасная обстановка)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продолжается без безопасных условий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Работу нужно прекратить.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без понятной организации.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Риск сначала устраняют.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(стоп-слайд: нет безопасных условий)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рядом с ЛЭП ведется на глаз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ЛЭП — особая опасность.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оценивать расстояние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Нужны специальные меры.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Нужен организованный порядок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ЛЭП и зона риска)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в сложной операции участники не понимают схему и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Сложный подъем нельзя держать только на устных договоренностях.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Участникам должны быть понятны схема, роли и последовательность действий.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Будущий старший стропальщик удерживает подъем как единую операцию.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Если порядок не разъяснен,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роли, маршрут и точки контроля)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Финальный вывод по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Главный итог блока: пространство работ читают заранее, а сложные операции заранее организуют.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120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47672"/>
            <a:ext cx="495604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должен уметь слушатель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06040"/>
            <a:ext cx="4956048" cy="299008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Видеть опасную зону до начала перемещения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работать в неясных и неорганизованных условиях.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Останавливать работу при риске, а не после происшествия.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Понимать, что рядом с ЛЭП действует особый порядок.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Для 5-6 разряда — удерживать сложный подъем как управляемую операцию с понятными ролями и документами.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525780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1947672"/>
            <a:ext cx="5001768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нужно унести из блока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606040"/>
            <a:ext cx="5001768" cy="2980944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Опасную зону читают заранее.</a:t>
            </a:r>
          </a:p>
          <a:p>
            <a:r>
              <a:t>• Не работают в неясных условиях.</a:t>
            </a:r>
          </a:p>
          <a:p>
            <a:r>
              <a:t>• У ЛЭП действует особый порядок.</a:t>
            </a:r>
          </a:p>
          <a:p>
            <a:r>
              <a:t>• Для 5-6 разряда сложный подъем заранее организуют.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