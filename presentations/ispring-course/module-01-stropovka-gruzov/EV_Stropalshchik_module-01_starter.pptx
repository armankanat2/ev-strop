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76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95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28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86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49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20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22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27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171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11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88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904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82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9D268-EEF6-44C9-9FB2-2C4BB569735A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39505-1862-409E-8175-349E6E19E3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543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ЭВ Стропальщик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Модуль 1. Строповка грузов`r`nСтартовая презентация для сборки в iSpring.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46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Что будет в модуле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1. Сведения о грузах`r`n2. Стропы и грузозахватные приспособления`r`n3. Правила строповки`r`n4. Проверка схемы строповки`r`n5. Типовые схемы и ошибки`r`n6. Мини-тест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84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Урок 1. Сведения о грузах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Безопасная строповка начинается с анализа груза.`r`nНужно учитывать массу, габариты, центр тяжести и маркировку.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07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Ключевые факторы груза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Проверь до начала работы:`r`n- массу`r`n- габариты`r`n- центр тяжести`r`n- знаки и маркировку`r`n- особые свойства груза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62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Урок 2. Стропы и приспособления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Стропальщик должен различать основные виды стропов и понимать, когда их применение допустимо.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04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Что проверять перед использованием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Перед работой нужно проверить:`r`n- вид и назначение стропа`r`n- исправность`r`n- отсутствие признаков браковки`r`n- соответствие грузу и схеме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61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Урок 3. Правила строповки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Правильная строповка учитывает точки зацепки, устойчивость груза, углы между ветвями и защиту от острых ребер.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16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Запреты и риски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Запрещено:`r`n- работать при неизвестной массе`r`n- использовать сомнительную зацепку`r`n- игнорировать острые ребра`r`n- поднимать груз без проверки схемы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948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Урок 4. Проверка схемы строповки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До сигнала на подъем стропальщик обязан проверить схему, стропы, устойчивость груза и отсутствие явной опасности.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84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Когда работу нужно остановить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Работу нужно прекратить, если:`r`n- масса груза не установлена`r`n- схема отсутствует или сомнительна`r`n- стропы неисправны`r`n- есть риск повреждения или потери устойчивости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938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Урок 5. Типовые схемы и ошибки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На этом уроке разбираются типовые схемы строповки и опасные ошибки на практических примерах.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842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Мини-тест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В iSpring этот слайд заменяется или дополняется Quiz.`r`nОснова вопросов подготовлена в документе банка вопросов.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2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Вывод по модулю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Строповка грузов требует не спешки, а проверки.`r`nСлушатель должен уметь оценить груз, выбрать средство строповки и остановить опасную работу.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210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Экран (4:3)</PresentationFormat>
  <Paragraphs>26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ЭВ Стропальщик</vt:lpstr>
      <vt:lpstr>Что будет в модуле</vt:lpstr>
      <vt:lpstr>Урок 1. Сведения о грузах</vt:lpstr>
      <vt:lpstr>Ключевые факторы груза</vt:lpstr>
      <vt:lpstr>Урок 2. Стропы и приспособления</vt:lpstr>
      <vt:lpstr>Что проверять перед использованием</vt:lpstr>
      <vt:lpstr>Урок 3. Правила строповки</vt:lpstr>
      <vt:lpstr>Запреты и риски</vt:lpstr>
      <vt:lpstr>Урок 4. Проверка схемы строповки</vt:lpstr>
      <vt:lpstr>Когда работу нужно остановить</vt:lpstr>
      <vt:lpstr>Урок 5. Типовые схемы и ошибки</vt:lpstr>
      <vt:lpstr>Мини-тест</vt:lpstr>
      <vt:lpstr>Вывод по модулю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 Стропальщик</dc:title>
  <dc:creator>Дмитрий</dc:creator>
  <cp:lastModifiedBy>Дмитрий</cp:lastModifiedBy>
  <cp:revision>1</cp:revision>
  <dcterms:created xsi:type="dcterms:W3CDTF">2026-06-16T16:49:38Z</dcterms:created>
  <dcterms:modified xsi:type="dcterms:W3CDTF">2026-06-16T16:49:39Z</dcterms:modified>
</cp:coreProperties>
</file>