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A2A2A"/>
                </a:solidFill>
                <a:latin typeface="Arial"/>
              </a:defRPr>
            </a:pPr>
            <a:r>
              <a:t>Структура презентации на основе Пособия. Для 5,6 разряда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9202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E5E5E"/>
                </a:solidFill>
                <a:latin typeface="Arial"/>
              </a:defRPr>
            </a:pPr>
            <a:r>
              <a:t>Каркас учитывает вводные кейсы и обязательный тест из 5 вопросов после каждого блока.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Принцип отбора материала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Эта презентация не повторяет полностью базу 2,3,4 разряда.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В нее включаем только: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расширение по видам и сложности грузов;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усложненные способы строповки;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работу с особо ответственными грузами;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требования к повышенной осторожности и точности действий;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усиленный блок по организации, рискам и безопасности.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Обязательное правило подачи материала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Перед началом каждого тематического блока в презентации должен стоять отдельный слайд: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Реальный случай / ЧП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На этом слайде показываем: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какую операцию выполняли работники;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почему обычные базовые знания оказались недостаточны;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установило расследование;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какие организационные и технические ошибки привели к событию;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какой вывод должен сделать стропальщик 5,6 разряда.</a:t>
            </a:r>
          </a:p>
          <a:p>
            <a:pPr>
              <a:defRPr sz="1800">
                <a:solidFill>
                  <a:srgbClr val="5A5A5A"/>
                </a:solidFill>
                <a:latin typeface="Arial"/>
              </a:defRPr>
            </a:pPr>
            <a:r>
              <a:t>Дополнительно: продолжение раскрывается в рабочем тексте структуры.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Привязка кейсов к блокам презентации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Блок Сложные и ответственные грузы -&gt; Кейс 2. Каркас буронабивной сваи спружинил и ударил работника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Блок Выбор схемы и способа строповки -&gt; Кейс 1 и Кейс 2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Блок Подготовка, ППР, технологические карты -&gt; Кейс 2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Блок Перемещение тяжелых и ответственных грузов -&gt; Кейс 3 и Кейс 4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Блок Специальные условия, ЛЭП, аварийные риски -&gt; Кейс 5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Блок Итоговая безопасность и ответственность -&gt; Кейс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Обязательное правило контроля после блока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После каждого блока должен идти мини-тест: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5 вопросов по теме блока;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4 варианта ответа в каждом вопросе;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правильный ответ только 1;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сложность вопросов 4 из 10.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Рабочий банк вопросов: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Вопросы_к_блокам_презентации_5-6_разряд_2026-06-11.md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Рекомендуемая структура презентации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1. Титульный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название темы;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указание: Стропальщик 5,6 разряда;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пометка: Дополнение к базовой подготовке 2,3,4 разряда.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2. Что добавляется по сравнению с 2,3,4 разрядом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работа с более тяжелыми грузами;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работа с особо ответственными изделиями и оборудованием;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более сложный выбор способа строповки;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более высокая цена ошибки.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Цель слайда: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сразу показать, что это не новая база, а надстройка над уже изученным материалом.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3. Какие грузы относятся к зоне 5,6 разряда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грузы средней сложности свыше 25 т;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сложные грузы свыше 5 до 50 т;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сложные грузы свыше 50 т;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особо ответственные изделия, узлы, машины и механизмы;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длинномерные и сложные лесные грузы.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Связь с разрядами: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5 разряд - основная зона до 50 т и особо ответственные грузы;</a:t>
            </a:r>
          </a:p>
          <a:p>
            <a:pPr>
              <a:defRPr sz="1800">
                <a:solidFill>
                  <a:srgbClr val="5A5A5A"/>
                </a:solidFill>
                <a:latin typeface="Arial"/>
              </a:defRPr>
            </a:pPr>
            <a:r>
              <a:t>Дополнительно: продолжение раскрывается в рабочем тексте структуры.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4. Особенности таких грузов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большой вес;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сложная форма;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смещенный или неочевидный центр тяжести;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риск прогиба, повреждения, перекоса;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повышенные последствия ошибки.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Основа из пособия: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Глава 1;</a:t>
            </a:r>
          </a:p>
          <a:p>
            <a:pPr>
              <a:defRPr sz="1800">
                <a:solidFill>
                  <a:srgbClr val="5A5A5A"/>
                </a:solidFill>
                <a:latin typeface="Arial"/>
              </a:defRPr>
            </a:pPr>
            <a:r>
              <a:t>Дополнительно: продолжение раскрывается в рабочем тексте структуры.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5. Выбор способа строповки для сложных и ответственных грузов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почему нельзя применять упрощенные схемы;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необходимость точной схемы строповки;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учет массы, центра тяжести и устойчивости;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осторожность при работе с оборудованием и конструкциями.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Основа из пособия: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1.2. Правила строповки.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6. Что должен уметь стропальщик 5 разряда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строповка грузов средней сложности свыше 25 т;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строповка сложных грузов свыше 5 до 50 т;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работа с особо ответственными изделиями;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знание приспособлений для предохранения грузов от прогиба и повреждения;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понимание методов и сроков испытания стропов.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Назначение: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отдельно выделить расширение по сравнению с 4 разрядом.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7. Что должен уметь стропальщик 6 разряда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строповка сложных грузов свыше 50 т;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строповка особо ответственных машин, узлов и механизмов;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строповка сложных лесных грузов длиной свыше 6 м;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знание способов безопасного подъема и перемещения особо ответственных грузов.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Назначение: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зафиксировать максимальный уровень сложности в рамках профессии.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8. Подготовка к работе с тяжелыми и ответственными грузами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проверка ППР и технологической карты;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уточнение массы и схемы строповки;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проверка приспособлений;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проверка места установки и траектории перемещения;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согласование действий с крановщиком и ответственными лицами.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Основа из пособия: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2.1. Обязанности стропальщика;</a:t>
            </a:r>
          </a:p>
          <a:p>
            <a:pPr>
              <a:defRPr sz="1800">
                <a:solidFill>
                  <a:srgbClr val="5A5A5A"/>
                </a:solidFill>
                <a:latin typeface="Arial"/>
              </a:defRPr>
            </a:pPr>
            <a:r>
              <a:t>Дополнительно: продолжение раскрывается в рабочем тексте структуры.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9. Перемещение сложных и тяжелых грузов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плавность подъема;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контроль положения груза;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сопровождение груза без входа в опасную зону;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особая осторожность при повороте, перемещении и подаче груза в ограниченное пространство.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Основа из пособия: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2.2. Перемещение грузов кранами.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10. Складирование и установка ответственных грузов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выбор подготовленного места;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проверка устойчивости;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подкладки и меры против опрокидывания;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запрет на установку в неподготовленных местах.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Основа из пособия: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2.3. Складирование грузов.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11. Повышенные риски и опасные зоны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увеличение опасной зоны при росте массы и габаритов груза;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риск раскачивания, перекоса, срыва;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риски при длинномерных грузах;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контроль положения персонала вокруг зоны работ.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Основа из пособия: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3.1. Опасные зоны.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12. Основные запреты при сложных работах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запрет на действия без схемы и без понимания массы груза;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запрет на рывки и подтаскивание;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запрет на нахождение людей в зоне перемещения;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запрет на самостоятельные решения при неясной схеме или сомнительном состоянии приспособлений.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Основа из пособия: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3.2. Требования безопасности при производстве работ.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13. Работа вблизи ЛЭП и другие специальные условия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почему для 5,6 разряда тема особенно важна;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работа только по установленному специальному порядку;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повышенная ответственность при перемещении крупногабаритных и длинномерных грузов;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недопустимость самовольных действий.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Основа из пособия: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3.3. Производство работ стреловыми кранами вблизи ЛЭП.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14. Охрана труда и нештатные ситуации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усиленный акцент на последствия аварий;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действия при опасной ситуации;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остановка работ при сомнении в безопасности;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уведомление крановщика и ответственных лиц.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Основа из пособия: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Глава 4;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4.1. и 4.2.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15. Итоговый слайд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именно отличает 5,6 разряд от 2,3,4;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ключевые правила безопасной работы со сложными и тяжелыми грузами;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переход к проверочным вопросам по повышенному уровню сложности.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Короткая логика показа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Рекомендуемая последовательность: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добавляется к базе 2,3,4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С какими грузами работает 5,6 разряд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Как меняется строповка и подготовка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Как меняются риски и меры безопасности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Какие ошибки становятся критическими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Рабочий вывод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Эта презентация должна работать как дополнение, а не как дублирование базовой подготовки. Ее задача - показать, как меняются действия стропальщика при переходе к более тяжелым, более сложным и более ответственным грузам.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Опорная логика презентации: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дополнительная сложность грузов -&gt; усложнение строповки -&gt; усиление подготовки -&gt; усиление контроля риска -&gt; повышенная ответственность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