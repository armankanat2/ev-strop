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2296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A2A2A"/>
                </a:solidFill>
                <a:latin typeface="Arial"/>
              </a:defRPr>
            </a:pPr>
            <a:r>
              <a:t>Структура презентации на основе Пособия. Для 2,3,4 разряда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920240"/>
            <a:ext cx="104241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E5E5E"/>
                </a:solidFill>
                <a:latin typeface="Arial"/>
              </a:defRPr>
            </a:pPr>
            <a:r>
              <a:t>Каркас учитывает вводные кейсы и обязательный тест из 5 вопросов после каждого блока.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Принцип отбора материала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 презентацию для 2,3,4 разряда включаем: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базовые сведения о грузах;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правила строповки простых, средних и части сложных грузов;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обязанности стропальщика до, во время и после работы;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безопасное перемещение и складирование грузов;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опасные зоны, запреты и охрану труда.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 презентацию не нужно выносить как основной материал: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особо ответственные грузы;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Обязательное правило подачи материала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Перед началом каждого тематического блока в презентации должен стоять отдельный слайд: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Реальный случай / ЧП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 этом слайде показываем: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произошло;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при каких работах это произошло;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установило расследование;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какие нарушения стали причиной;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какой вывод должен сделать стропальщик.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Привязка кейсов к блокам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Грузы и базовая строповка -&gt; Кейс 1. Пачка арматуры сорвалась со стропы и упала на стропальщика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Подготовка к работе -&gt; Кейс 3. Подъем по команде стропальщика, находившегося в кузове автомобиля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Перемещение и складирование -&gt; Кейс 4. Стропальщика придавило пачкой труб НКТ-73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Опасные зоны и основные запреты -&gt; Кейс 1 или Кейс 4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Работа вблизи ЛЭП -&gt; Кейс 5. Групповой несчастный случай в охранной зоне ЛЭП 110 кВ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Блок Охрана труда и безопасное поведение -&gt; Кейс 6. Стропальщика завалило металлическими листами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Обязательное правило контроля после блока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После каждого блока должен идти мини-тест: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5 вопросов по теме блока;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4 варианта ответа в каждом вопросе;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правильный ответ только 1;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сложность вопросов 4 из 10.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Рабочий банк вопросов: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Вопросы_к_блокам_презентации_2-4_разряд_2026-06-11.md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Рекомендуемая структура презентации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1. Титульный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название темы;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указание: Стропальщик 2,3,4 разряда;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краткий подзаголовок: Базовые знания и навыки для выполнения работ.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2. Что должен уметь стропальщик 2,3,4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краткое разделение по разрядам;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какие грузы и операции входят в их рабочую зону;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акцент, что каждый следующий разряд включает навыки предыдущего.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Цель слайда: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сразу обозначить рамки материала и не перегружать слушателя лишними темами.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3. Сведения о грузах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виды грузов;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масса, габариты, центр тяжести;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устойчивость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маркировка и обозначения.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Глава 1;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1.1. Сведения о грузах.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4. Грузозахватные приспособления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стропы и их назначение;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подбор стропа по массе и характеру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признаки непригодности стропа;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должен проверить стропальщик перед началом работы.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Связь с разрядами: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обязательно для 2,3,4 разряда.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5. Правила строповки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общие правила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добиваться устойчивого положения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избегать соскальзывания, перекоса и опрокидывания;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типовые ошибки при обвязке и зацепке.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1.2. Правила строповки.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6. Что должен уметь по строповке стропальщик 2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простые грузы;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лес до 3 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грузы до 5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выбор стропов по массе и размеру;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подача сигналов крановщику;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отцепка стропов после установки груза.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Назначение: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7. Что добавляется для 3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простые грузы свыше 5 до 25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грузы средней сложности;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лес свыше 3 до 6 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выбор быстрого и безопасного способа строповки;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сращивание и связывание стропов.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Назначение: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показать расширение зоны работ по сравнению с 2 разрядом.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8. Что добавляется для 4 разряда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лес свыше 6 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сложные грузы до 5 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оборудование и конструкции, требующие повышенной осторожности;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выбор стропов по роду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заплетка концов стропов.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Назначение: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закрепить переход к более осторожной и более ответственной строповке.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9. Обязанности стропальщика перед началом работы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получение задания;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места работ;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стропов, тары и приспособлений;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проверка схем строповки, массы груза, складирования;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когда работу начинать нельзя.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2.1. Обязанности стропальщика.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10. Перемещение грузов кранами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порядок подъема;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сигналы крановщику;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сопровождение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безопасное положение стропальщика;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запрещено при перемещении.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2.2. Перемещение грузов кранами.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11. Складирование грузов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выбирать место укладки;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устойчивое размещение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применение подкладок;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нельзя делать при установке и складировании.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2.3. Складирование грузов.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12. Опасные зоны при производстве работ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где формируются опасные зоны;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где должен находиться стропальщик;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учитывать при работе рядом с перемещаемым грузом;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нельзя находиться под грузом и в зоне его возможного падения.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3.1. Опасные зоны.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13. Требования безопасности и основные запреты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запрещенные действия при подъеме и перемещении груза;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нельзя подтаскивать груз краном;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нельзя исправлять строповку под висящим грузом;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запреты при нахождении людей в опасной зоне.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3.2. Требования безопасности при производстве работ.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14. Работа вблизи ЛЭП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почему это опасно;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когда работа возможна только по специальному порядку;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должен знать стропальщик;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чего стропальщик не должен делать самостоятельно.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3.3. Производство работ стреловыми кранами вблизи ЛЭП.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Примечание:</a:t>
            </a:r>
          </a:p>
          <a:p>
            <a:pPr>
              <a:defRPr sz="1800">
                <a:solidFill>
                  <a:srgbClr val="5A5A5A"/>
                </a:solidFill>
                <a:latin typeface="Arial"/>
              </a:defRPr>
            </a:pPr>
            <a:r>
              <a:t>Дополнительно: продолжение раскрывается в рабочем тексте структуры.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15. Охрана труда стропальщика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инструктажи;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допуск к работе;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безопасное поведение на рабочем месте;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обязанности при аварийной или опасной ситуации.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Основа из пособия: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Глава 4;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4.1. и 4.2.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Слайд 16. Итоговый слайд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Что размещаем: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5-7 ключевых правил безопасной работы;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короткий вывод по разрядам 2,3,4;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переход к проверочным вопросам или тесту.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Короткая логика показа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Рекомендуемая последовательность: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Кто что делает по разрядам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Какие бывают грузы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Чем и как их строповать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действовать до, во время и после подъема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Как не допустить опасную ситуацию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384E5C"/>
          </a:solidFill>
          <a:ln>
            <a:solidFill>
              <a:srgbClr val="384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32323"/>
                </a:solidFill>
                <a:latin typeface="Arial"/>
              </a:defRPr>
            </a:pPr>
            <a:r>
              <a:t>Рабочий вывод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7899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Эта презентация должна быть базовой. Она закрывает практические знания и навыки для 2,3,4 разряда без перегрузки материалом 5,6 разряда.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Опорная логика презентации: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Arial"/>
              </a:defRPr>
            </a:pPr>
            <a:r>
              <a:t>грузы -&gt; строповка -&gt; обязанности -&gt; перемещение -&gt; складирование -&gt; опасные зоны -&gt; безопасность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